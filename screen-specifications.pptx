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0" r:id="rId3"/>
    <p:sldId id="268" r:id="rId4"/>
    <p:sldId id="269" r:id="rId5"/>
    <p:sldId id="271" r:id="rId6"/>
    <p:sldId id="265" r:id="rId7"/>
    <p:sldId id="273" r:id="rId8"/>
    <p:sldId id="274" r:id="rId9"/>
    <p:sldId id="275" r:id="rId10"/>
    <p:sldId id="276" r:id="rId11"/>
    <p:sldId id="27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레이아웃" id="{C13290D4-C01B-464D-B0ED-36D38BD9138D}">
          <p14:sldIdLst>
            <p14:sldId id="267"/>
            <p14:sldId id="260"/>
            <p14:sldId id="268"/>
            <p14:sldId id="269"/>
            <p14:sldId id="271"/>
            <p14:sldId id="265"/>
            <p14:sldId id="273"/>
            <p14:sldId id="274"/>
            <p14:sldId id="275"/>
            <p14:sldId id="276"/>
            <p14:sldId id="277"/>
          </p14:sldIdLst>
        </p14:section>
        <p14:section name="샘플" id="{2E2ED2A4-53CE-42AD-B971-52468A7FDCC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657A0C-7EF9-48D0-9681-ADCB8BA55803}" v="1" dt="2026-05-29T06:10:02.324"/>
    <p1510:client id="{DD6850EE-E3CF-48BB-8AB4-431F09C1C6BE}" v="27" dt="2026-05-29T02:29:30.2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3" autoAdjust="0"/>
    <p:restoredTop sz="94085" autoAdjust="0"/>
  </p:normalViewPr>
  <p:slideViewPr>
    <p:cSldViewPr snapToGrid="0" showGuides="1">
      <p:cViewPr>
        <p:scale>
          <a:sx n="80" d="100"/>
          <a:sy n="80" d="100"/>
        </p:scale>
        <p:origin x="52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진호(Jinho Kim)" userId="cf142970-310e-4a82-816c-77f5cf7627fa" providerId="ADAL" clId="{5214CDEF-F427-487A-991E-E1C2176BB68E}"/>
    <pc:docChg chg="custSel addSld delSld modSld sldOrd addSection modSection">
      <pc:chgData name="김진호(Jinho Kim)" userId="cf142970-310e-4a82-816c-77f5cf7627fa" providerId="ADAL" clId="{5214CDEF-F427-487A-991E-E1C2176BB68E}" dt="2026-05-29T06:10:02.313" v="1186"/>
      <pc:docMkLst>
        <pc:docMk/>
      </pc:docMkLst>
      <pc:sldChg chg="addSp delSp modSp mod ord">
        <pc:chgData name="김진호(Jinho Kim)" userId="cf142970-310e-4a82-816c-77f5cf7627fa" providerId="ADAL" clId="{5214CDEF-F427-487A-991E-E1C2176BB68E}" dt="2026-05-29T02:28:35.832" v="1162"/>
        <pc:sldMkLst>
          <pc:docMk/>
          <pc:sldMk cId="2156681637" sldId="257"/>
        </pc:sldMkLst>
        <pc:spChg chg="add del mod">
          <ac:chgData name="김진호(Jinho Kim)" userId="cf142970-310e-4a82-816c-77f5cf7627fa" providerId="ADAL" clId="{5214CDEF-F427-487A-991E-E1C2176BB68E}" dt="2026-05-29T02:12:32.771" v="182" actId="478"/>
          <ac:spMkLst>
            <pc:docMk/>
            <pc:sldMk cId="2156681637" sldId="257"/>
            <ac:spMk id="8" creationId="{DD71B96F-8B92-51D3-B1E3-8A3C4A3D7559}"/>
          </ac:spMkLst>
        </pc:spChg>
        <pc:spChg chg="add del mod">
          <ac:chgData name="김진호(Jinho Kim)" userId="cf142970-310e-4a82-816c-77f5cf7627fa" providerId="ADAL" clId="{5214CDEF-F427-487A-991E-E1C2176BB68E}" dt="2026-05-29T02:12:32.771" v="182" actId="478"/>
          <ac:spMkLst>
            <pc:docMk/>
            <pc:sldMk cId="2156681637" sldId="257"/>
            <ac:spMk id="9" creationId="{32997A86-0406-437D-BEF4-6924F6D0F33F}"/>
          </ac:spMkLst>
        </pc:spChg>
        <pc:spChg chg="add del mod">
          <ac:chgData name="김진호(Jinho Kim)" userId="cf142970-310e-4a82-816c-77f5cf7627fa" providerId="ADAL" clId="{5214CDEF-F427-487A-991E-E1C2176BB68E}" dt="2026-05-29T02:12:32.771" v="182" actId="478"/>
          <ac:spMkLst>
            <pc:docMk/>
            <pc:sldMk cId="2156681637" sldId="257"/>
            <ac:spMk id="10" creationId="{7BD4D7DB-112C-58A4-743B-8E1B03FDAF12}"/>
          </ac:spMkLst>
        </pc:spChg>
        <pc:spChg chg="add del mod">
          <ac:chgData name="김진호(Jinho Kim)" userId="cf142970-310e-4a82-816c-77f5cf7627fa" providerId="ADAL" clId="{5214CDEF-F427-487A-991E-E1C2176BB68E}" dt="2026-05-29T02:12:32.771" v="182" actId="478"/>
          <ac:spMkLst>
            <pc:docMk/>
            <pc:sldMk cId="2156681637" sldId="257"/>
            <ac:spMk id="11" creationId="{26BBD053-E460-E79C-0490-B1E72CBF7B3D}"/>
          </ac:spMkLst>
        </pc:spChg>
        <pc:spChg chg="add mod">
          <ac:chgData name="김진호(Jinho Kim)" userId="cf142970-310e-4a82-816c-77f5cf7627fa" providerId="ADAL" clId="{5214CDEF-F427-487A-991E-E1C2176BB68E}" dt="2026-05-29T02:15:32.794" v="457" actId="1076"/>
          <ac:spMkLst>
            <pc:docMk/>
            <pc:sldMk cId="2156681637" sldId="257"/>
            <ac:spMk id="12" creationId="{0AB0F86E-81F4-3100-6DCA-FF35666A59EC}"/>
          </ac:spMkLst>
        </pc:spChg>
        <pc:spChg chg="add mod">
          <ac:chgData name="김진호(Jinho Kim)" userId="cf142970-310e-4a82-816c-77f5cf7627fa" providerId="ADAL" clId="{5214CDEF-F427-487A-991E-E1C2176BB68E}" dt="2026-05-29T02:15:32.794" v="457" actId="1076"/>
          <ac:spMkLst>
            <pc:docMk/>
            <pc:sldMk cId="2156681637" sldId="257"/>
            <ac:spMk id="13" creationId="{06251F74-8A75-3DE3-F97E-AC9F5B5B5BD7}"/>
          </ac:spMkLst>
        </pc:spChg>
        <pc:spChg chg="add mod">
          <ac:chgData name="김진호(Jinho Kim)" userId="cf142970-310e-4a82-816c-77f5cf7627fa" providerId="ADAL" clId="{5214CDEF-F427-487A-991E-E1C2176BB68E}" dt="2026-05-29T02:15:32.794" v="457" actId="1076"/>
          <ac:spMkLst>
            <pc:docMk/>
            <pc:sldMk cId="2156681637" sldId="257"/>
            <ac:spMk id="14" creationId="{DB20C8B7-0FAE-92C8-D56C-A38BEDA191BF}"/>
          </ac:spMkLst>
        </pc:spChg>
        <pc:spChg chg="add mod">
          <ac:chgData name="김진호(Jinho Kim)" userId="cf142970-310e-4a82-816c-77f5cf7627fa" providerId="ADAL" clId="{5214CDEF-F427-487A-991E-E1C2176BB68E}" dt="2026-05-29T02:15:32.794" v="457" actId="1076"/>
          <ac:spMkLst>
            <pc:docMk/>
            <pc:sldMk cId="2156681637" sldId="257"/>
            <ac:spMk id="15" creationId="{811E8213-804D-F87D-D32B-7CF546658154}"/>
          </ac:spMkLst>
        </pc:spChg>
        <pc:spChg chg="add mod">
          <ac:chgData name="김진호(Jinho Kim)" userId="cf142970-310e-4a82-816c-77f5cf7627fa" providerId="ADAL" clId="{5214CDEF-F427-487A-991E-E1C2176BB68E}" dt="2026-05-29T02:15:32.794" v="457" actId="1076"/>
          <ac:spMkLst>
            <pc:docMk/>
            <pc:sldMk cId="2156681637" sldId="257"/>
            <ac:spMk id="16" creationId="{BB8DD866-074D-5984-BE76-A0AA1DBA7991}"/>
          </ac:spMkLst>
        </pc:spChg>
        <pc:spChg chg="add mod">
          <ac:chgData name="김진호(Jinho Kim)" userId="cf142970-310e-4a82-816c-77f5cf7627fa" providerId="ADAL" clId="{5214CDEF-F427-487A-991E-E1C2176BB68E}" dt="2026-05-29T02:15:32.794" v="457" actId="1076"/>
          <ac:spMkLst>
            <pc:docMk/>
            <pc:sldMk cId="2156681637" sldId="257"/>
            <ac:spMk id="17" creationId="{43BAF714-AA16-DFD3-B8FF-AFF4ACA217FD}"/>
          </ac:spMkLst>
        </pc:spChg>
        <pc:spChg chg="add mod">
          <ac:chgData name="김진호(Jinho Kim)" userId="cf142970-310e-4a82-816c-77f5cf7627fa" providerId="ADAL" clId="{5214CDEF-F427-487A-991E-E1C2176BB68E}" dt="2026-05-29T02:15:32.794" v="457" actId="1076"/>
          <ac:spMkLst>
            <pc:docMk/>
            <pc:sldMk cId="2156681637" sldId="257"/>
            <ac:spMk id="18" creationId="{3CB90BFD-8332-A238-A4FA-67D7A2E409A0}"/>
          </ac:spMkLst>
        </pc:spChg>
        <pc:spChg chg="add mod">
          <ac:chgData name="김진호(Jinho Kim)" userId="cf142970-310e-4a82-816c-77f5cf7627fa" providerId="ADAL" clId="{5214CDEF-F427-487A-991E-E1C2176BB68E}" dt="2026-05-29T02:15:32.794" v="457" actId="1076"/>
          <ac:spMkLst>
            <pc:docMk/>
            <pc:sldMk cId="2156681637" sldId="257"/>
            <ac:spMk id="20" creationId="{92AD201E-AA15-B3E2-0D6F-945AF6B7CB0C}"/>
          </ac:spMkLst>
        </pc:spChg>
        <pc:spChg chg="add mod">
          <ac:chgData name="김진호(Jinho Kim)" userId="cf142970-310e-4a82-816c-77f5cf7627fa" providerId="ADAL" clId="{5214CDEF-F427-487A-991E-E1C2176BB68E}" dt="2026-05-29T02:15:32.794" v="457" actId="1076"/>
          <ac:spMkLst>
            <pc:docMk/>
            <pc:sldMk cId="2156681637" sldId="257"/>
            <ac:spMk id="21" creationId="{E431BF5C-BDA8-4D8E-281D-48632AF55227}"/>
          </ac:spMkLst>
        </pc:spChg>
        <pc:spChg chg="add mod">
          <ac:chgData name="김진호(Jinho Kim)" userId="cf142970-310e-4a82-816c-77f5cf7627fa" providerId="ADAL" clId="{5214CDEF-F427-487A-991E-E1C2176BB68E}" dt="2026-05-29T02:15:32.794" v="457" actId="1076"/>
          <ac:spMkLst>
            <pc:docMk/>
            <pc:sldMk cId="2156681637" sldId="257"/>
            <ac:spMk id="22" creationId="{88BAD3F9-FEA3-CD6A-A58C-CB1030A0095E}"/>
          </ac:spMkLst>
        </pc:spChg>
        <pc:graphicFrameChg chg="modGraphic">
          <ac:chgData name="김진호(Jinho Kim)" userId="cf142970-310e-4a82-816c-77f5cf7627fa" providerId="ADAL" clId="{5214CDEF-F427-487A-991E-E1C2176BB68E}" dt="2026-05-29T02:26:30.169" v="1137" actId="20577"/>
          <ac:graphicFrameMkLst>
            <pc:docMk/>
            <pc:sldMk cId="2156681637" sldId="257"/>
            <ac:graphicFrameMk id="6" creationId="{5E5BD3FD-A3A3-CB0E-79F6-6C6722764F0A}"/>
          </ac:graphicFrameMkLst>
        </pc:graphicFrameChg>
        <pc:graphicFrameChg chg="mod modGraphic">
          <ac:chgData name="김진호(Jinho Kim)" userId="cf142970-310e-4a82-816c-77f5cf7627fa" providerId="ADAL" clId="{5214CDEF-F427-487A-991E-E1C2176BB68E}" dt="2026-05-29T02:28:35.832" v="1162"/>
          <ac:graphicFrameMkLst>
            <pc:docMk/>
            <pc:sldMk cId="2156681637" sldId="257"/>
            <ac:graphicFrameMk id="7" creationId="{910F1F5C-4718-35AE-5453-6184DBF4C129}"/>
          </ac:graphicFrameMkLst>
        </pc:graphicFrameChg>
        <pc:cxnChg chg="add mod">
          <ac:chgData name="김진호(Jinho Kim)" userId="cf142970-310e-4a82-816c-77f5cf7627fa" providerId="ADAL" clId="{5214CDEF-F427-487A-991E-E1C2176BB68E}" dt="2026-05-29T02:12:39.370" v="184" actId="1076"/>
          <ac:cxnSpMkLst>
            <pc:docMk/>
            <pc:sldMk cId="2156681637" sldId="257"/>
            <ac:cxnSpMk id="19" creationId="{74528906-5417-2731-D952-44E26720EF9E}"/>
          </ac:cxnSpMkLst>
        </pc:cxnChg>
      </pc:sldChg>
      <pc:sldChg chg="add del ord">
        <pc:chgData name="김진호(Jinho Kim)" userId="cf142970-310e-4a82-816c-77f5cf7627fa" providerId="ADAL" clId="{5214CDEF-F427-487A-991E-E1C2176BB68E}" dt="2026-05-29T02:15:21.567" v="456" actId="47"/>
        <pc:sldMkLst>
          <pc:docMk/>
          <pc:sldMk cId="1339553865" sldId="258"/>
        </pc:sldMkLst>
      </pc:sldChg>
      <pc:sldChg chg="addSp delSp modSp add mod ord">
        <pc:chgData name="김진호(Jinho Kim)" userId="cf142970-310e-4a82-816c-77f5cf7627fa" providerId="ADAL" clId="{5214CDEF-F427-487A-991E-E1C2176BB68E}" dt="2026-05-29T02:29:37.336" v="1185" actId="20577"/>
        <pc:sldMkLst>
          <pc:docMk/>
          <pc:sldMk cId="3863690448" sldId="258"/>
        </pc:sldMkLst>
        <pc:spChg chg="add mod">
          <ac:chgData name="김진호(Jinho Kim)" userId="cf142970-310e-4a82-816c-77f5cf7627fa" providerId="ADAL" clId="{5214CDEF-F427-487A-991E-E1C2176BB68E}" dt="2026-05-29T02:29:06.082" v="1171" actId="20577"/>
          <ac:spMkLst>
            <pc:docMk/>
            <pc:sldMk cId="3863690448" sldId="258"/>
            <ac:spMk id="4" creationId="{A8B28CB2-F702-C7E5-A14E-8D540D24A202}"/>
          </ac:spMkLst>
        </pc:spChg>
        <pc:spChg chg="add mod">
          <ac:chgData name="김진호(Jinho Kim)" userId="cf142970-310e-4a82-816c-77f5cf7627fa" providerId="ADAL" clId="{5214CDEF-F427-487A-991E-E1C2176BB68E}" dt="2026-05-29T02:28:58.053" v="1166" actId="20577"/>
          <ac:spMkLst>
            <pc:docMk/>
            <pc:sldMk cId="3863690448" sldId="258"/>
            <ac:spMk id="5" creationId="{2E7A60AB-08DB-7169-3500-9FD34E7C09C3}"/>
          </ac:spMkLst>
        </pc:spChg>
        <pc:spChg chg="add mod">
          <ac:chgData name="김진호(Jinho Kim)" userId="cf142970-310e-4a82-816c-77f5cf7627fa" providerId="ADAL" clId="{5214CDEF-F427-487A-991E-E1C2176BB68E}" dt="2026-05-29T02:28:58.988" v="1167" actId="20577"/>
          <ac:spMkLst>
            <pc:docMk/>
            <pc:sldMk cId="3863690448" sldId="258"/>
            <ac:spMk id="8" creationId="{72D065CB-CAC4-7221-466C-7B467C8C2EAA}"/>
          </ac:spMkLst>
        </pc:spChg>
        <pc:spChg chg="add mod">
          <ac:chgData name="김진호(Jinho Kim)" userId="cf142970-310e-4a82-816c-77f5cf7627fa" providerId="ADAL" clId="{5214CDEF-F427-487A-991E-E1C2176BB68E}" dt="2026-05-29T02:29:00.235" v="1168" actId="20577"/>
          <ac:spMkLst>
            <pc:docMk/>
            <pc:sldMk cId="3863690448" sldId="258"/>
            <ac:spMk id="9" creationId="{C13B85A8-6E76-7048-16A6-A01924A2E56B}"/>
          </ac:spMkLst>
        </pc:spChg>
        <pc:spChg chg="add mod">
          <ac:chgData name="김진호(Jinho Kim)" userId="cf142970-310e-4a82-816c-77f5cf7627fa" providerId="ADAL" clId="{5214CDEF-F427-487A-991E-E1C2176BB68E}" dt="2026-05-29T02:29:01.188" v="1169" actId="20577"/>
          <ac:spMkLst>
            <pc:docMk/>
            <pc:sldMk cId="3863690448" sldId="258"/>
            <ac:spMk id="10" creationId="{98F3A334-9D7C-BEC9-643A-C79F32CA22FD}"/>
          </ac:spMkLst>
        </pc:spChg>
        <pc:spChg chg="add del mod">
          <ac:chgData name="김진호(Jinho Kim)" userId="cf142970-310e-4a82-816c-77f5cf7627fa" providerId="ADAL" clId="{5214CDEF-F427-487A-991E-E1C2176BB68E}" dt="2026-05-29T02:23:57.510" v="789" actId="478"/>
          <ac:spMkLst>
            <pc:docMk/>
            <pc:sldMk cId="3863690448" sldId="258"/>
            <ac:spMk id="11" creationId="{D4EA93DF-FC1F-E445-EC97-2F468FD684AD}"/>
          </ac:spMkLst>
        </pc:spChg>
        <pc:spChg chg="del">
          <ac:chgData name="김진호(Jinho Kim)" userId="cf142970-310e-4a82-816c-77f5cf7627fa" providerId="ADAL" clId="{5214CDEF-F427-487A-991E-E1C2176BB68E}" dt="2026-05-29T02:15:49.091" v="459" actId="478"/>
          <ac:spMkLst>
            <pc:docMk/>
            <pc:sldMk cId="3863690448" sldId="258"/>
            <ac:spMk id="12" creationId="{E7C71FD8-37E3-35D5-3424-CE022243A9EC}"/>
          </ac:spMkLst>
        </pc:spChg>
        <pc:spChg chg="del">
          <ac:chgData name="김진호(Jinho Kim)" userId="cf142970-310e-4a82-816c-77f5cf7627fa" providerId="ADAL" clId="{5214CDEF-F427-487A-991E-E1C2176BB68E}" dt="2026-05-29T02:15:49.091" v="459" actId="478"/>
          <ac:spMkLst>
            <pc:docMk/>
            <pc:sldMk cId="3863690448" sldId="258"/>
            <ac:spMk id="13" creationId="{2AB8AC09-D97A-C8B0-B838-63CCD0F0C582}"/>
          </ac:spMkLst>
        </pc:spChg>
        <pc:spChg chg="del">
          <ac:chgData name="김진호(Jinho Kim)" userId="cf142970-310e-4a82-816c-77f5cf7627fa" providerId="ADAL" clId="{5214CDEF-F427-487A-991E-E1C2176BB68E}" dt="2026-05-29T02:15:49.091" v="459" actId="478"/>
          <ac:spMkLst>
            <pc:docMk/>
            <pc:sldMk cId="3863690448" sldId="258"/>
            <ac:spMk id="14" creationId="{928224F6-EDFC-A129-45EA-C0E06E3CC259}"/>
          </ac:spMkLst>
        </pc:spChg>
        <pc:spChg chg="del">
          <ac:chgData name="김진호(Jinho Kim)" userId="cf142970-310e-4a82-816c-77f5cf7627fa" providerId="ADAL" clId="{5214CDEF-F427-487A-991E-E1C2176BB68E}" dt="2026-05-29T02:15:49.091" v="459" actId="478"/>
          <ac:spMkLst>
            <pc:docMk/>
            <pc:sldMk cId="3863690448" sldId="258"/>
            <ac:spMk id="15" creationId="{BD04E55A-F7AB-3285-5B8B-C5D1F32D042F}"/>
          </ac:spMkLst>
        </pc:spChg>
        <pc:spChg chg="del">
          <ac:chgData name="김진호(Jinho Kim)" userId="cf142970-310e-4a82-816c-77f5cf7627fa" providerId="ADAL" clId="{5214CDEF-F427-487A-991E-E1C2176BB68E}" dt="2026-05-29T02:15:49.091" v="459" actId="478"/>
          <ac:spMkLst>
            <pc:docMk/>
            <pc:sldMk cId="3863690448" sldId="258"/>
            <ac:spMk id="16" creationId="{BC4E26D3-F858-50CF-DF90-E16A23C183A9}"/>
          </ac:spMkLst>
        </pc:spChg>
        <pc:spChg chg="del">
          <ac:chgData name="김진호(Jinho Kim)" userId="cf142970-310e-4a82-816c-77f5cf7627fa" providerId="ADAL" clId="{5214CDEF-F427-487A-991E-E1C2176BB68E}" dt="2026-05-29T02:15:49.091" v="459" actId="478"/>
          <ac:spMkLst>
            <pc:docMk/>
            <pc:sldMk cId="3863690448" sldId="258"/>
            <ac:spMk id="17" creationId="{D6637E45-DC99-F82C-3E52-3ABDE2C32CDF}"/>
          </ac:spMkLst>
        </pc:spChg>
        <pc:spChg chg="del">
          <ac:chgData name="김진호(Jinho Kim)" userId="cf142970-310e-4a82-816c-77f5cf7627fa" providerId="ADAL" clId="{5214CDEF-F427-487A-991E-E1C2176BB68E}" dt="2026-05-29T02:15:49.091" v="459" actId="478"/>
          <ac:spMkLst>
            <pc:docMk/>
            <pc:sldMk cId="3863690448" sldId="258"/>
            <ac:spMk id="18" creationId="{5F5C5144-EB23-3DBB-40CF-E538A201BAB5}"/>
          </ac:spMkLst>
        </pc:spChg>
        <pc:spChg chg="del">
          <ac:chgData name="김진호(Jinho Kim)" userId="cf142970-310e-4a82-816c-77f5cf7627fa" providerId="ADAL" clId="{5214CDEF-F427-487A-991E-E1C2176BB68E}" dt="2026-05-29T02:15:49.091" v="459" actId="478"/>
          <ac:spMkLst>
            <pc:docMk/>
            <pc:sldMk cId="3863690448" sldId="258"/>
            <ac:spMk id="20" creationId="{B99BED8B-0FDA-E063-C84E-D22DAAE42F42}"/>
          </ac:spMkLst>
        </pc:spChg>
        <pc:spChg chg="del">
          <ac:chgData name="김진호(Jinho Kim)" userId="cf142970-310e-4a82-816c-77f5cf7627fa" providerId="ADAL" clId="{5214CDEF-F427-487A-991E-E1C2176BB68E}" dt="2026-05-29T02:15:49.091" v="459" actId="478"/>
          <ac:spMkLst>
            <pc:docMk/>
            <pc:sldMk cId="3863690448" sldId="258"/>
            <ac:spMk id="21" creationId="{E14A833F-9F48-238A-1FB0-1C0F5F1A5963}"/>
          </ac:spMkLst>
        </pc:spChg>
        <pc:spChg chg="del">
          <ac:chgData name="김진호(Jinho Kim)" userId="cf142970-310e-4a82-816c-77f5cf7627fa" providerId="ADAL" clId="{5214CDEF-F427-487A-991E-E1C2176BB68E}" dt="2026-05-29T02:15:49.091" v="459" actId="478"/>
          <ac:spMkLst>
            <pc:docMk/>
            <pc:sldMk cId="3863690448" sldId="258"/>
            <ac:spMk id="22" creationId="{0C08CD29-238C-DB2A-C1B1-66DA2F286BFD}"/>
          </ac:spMkLst>
        </pc:spChg>
        <pc:spChg chg="add mod">
          <ac:chgData name="김진호(Jinho Kim)" userId="cf142970-310e-4a82-816c-77f5cf7627fa" providerId="ADAL" clId="{5214CDEF-F427-487A-991E-E1C2176BB68E}" dt="2026-05-29T02:29:12.654" v="1172" actId="1076"/>
          <ac:spMkLst>
            <pc:docMk/>
            <pc:sldMk cId="3863690448" sldId="258"/>
            <ac:spMk id="23" creationId="{9DDA4ADF-2AE8-0A5C-8833-5FBEF94B30C4}"/>
          </ac:spMkLst>
        </pc:spChg>
        <pc:spChg chg="add mod">
          <ac:chgData name="김진호(Jinho Kim)" userId="cf142970-310e-4a82-816c-77f5cf7627fa" providerId="ADAL" clId="{5214CDEF-F427-487A-991E-E1C2176BB68E}" dt="2026-05-29T02:29:16.324" v="1175" actId="20577"/>
          <ac:spMkLst>
            <pc:docMk/>
            <pc:sldMk cId="3863690448" sldId="258"/>
            <ac:spMk id="24" creationId="{7B8D9B61-8C38-ADD6-C86D-9FDE02A802B8}"/>
          </ac:spMkLst>
        </pc:spChg>
        <pc:spChg chg="add mod">
          <ac:chgData name="김진호(Jinho Kim)" userId="cf142970-310e-4a82-816c-77f5cf7627fa" providerId="ADAL" clId="{5214CDEF-F427-487A-991E-E1C2176BB68E}" dt="2026-05-29T02:29:28.310" v="1181" actId="20577"/>
          <ac:spMkLst>
            <pc:docMk/>
            <pc:sldMk cId="3863690448" sldId="258"/>
            <ac:spMk id="25" creationId="{8F2EF89E-78A3-0A59-AE37-642E51C7D7A6}"/>
          </ac:spMkLst>
        </pc:spChg>
        <pc:spChg chg="add mod">
          <ac:chgData name="김진호(Jinho Kim)" userId="cf142970-310e-4a82-816c-77f5cf7627fa" providerId="ADAL" clId="{5214CDEF-F427-487A-991E-E1C2176BB68E}" dt="2026-05-29T02:29:29.817" v="1182" actId="20577"/>
          <ac:spMkLst>
            <pc:docMk/>
            <pc:sldMk cId="3863690448" sldId="258"/>
            <ac:spMk id="26" creationId="{9CE31845-41EC-56D7-BA09-EC0FBC76E093}"/>
          </ac:spMkLst>
        </pc:spChg>
        <pc:spChg chg="add mod">
          <ac:chgData name="김진호(Jinho Kim)" userId="cf142970-310e-4a82-816c-77f5cf7627fa" providerId="ADAL" clId="{5214CDEF-F427-487A-991E-E1C2176BB68E}" dt="2026-05-29T02:29:37.336" v="1185" actId="20577"/>
          <ac:spMkLst>
            <pc:docMk/>
            <pc:sldMk cId="3863690448" sldId="258"/>
            <ac:spMk id="27" creationId="{DD3CDB23-CB4F-1E8E-93E1-54BA892C46AA}"/>
          </ac:spMkLst>
        </pc:spChg>
        <pc:graphicFrameChg chg="mod modGraphic">
          <ac:chgData name="김진호(Jinho Kim)" userId="cf142970-310e-4a82-816c-77f5cf7627fa" providerId="ADAL" clId="{5214CDEF-F427-487A-991E-E1C2176BB68E}" dt="2026-05-29T02:26:16.865" v="1117" actId="20577"/>
          <ac:graphicFrameMkLst>
            <pc:docMk/>
            <pc:sldMk cId="3863690448" sldId="258"/>
            <ac:graphicFrameMk id="6" creationId="{2913FCFF-B266-D0D4-BBF8-4E72D18ED0DC}"/>
          </ac:graphicFrameMkLst>
        </pc:graphicFrameChg>
        <pc:graphicFrameChg chg="mod modGraphic">
          <ac:chgData name="김진호(Jinho Kim)" userId="cf142970-310e-4a82-816c-77f5cf7627fa" providerId="ADAL" clId="{5214CDEF-F427-487A-991E-E1C2176BB68E}" dt="2026-05-29T02:28:37.926" v="1163"/>
          <ac:graphicFrameMkLst>
            <pc:docMk/>
            <pc:sldMk cId="3863690448" sldId="258"/>
            <ac:graphicFrameMk id="7" creationId="{8B7B6567-8ECD-C34B-67D6-A2922909459C}"/>
          </ac:graphicFrameMkLst>
        </pc:graphicFrameChg>
        <pc:picChg chg="add mod">
          <ac:chgData name="김진호(Jinho Kim)" userId="cf142970-310e-4a82-816c-77f5cf7627fa" providerId="ADAL" clId="{5214CDEF-F427-487A-991E-E1C2176BB68E}" dt="2026-05-29T02:21:15.928" v="741" actId="14100"/>
          <ac:picMkLst>
            <pc:docMk/>
            <pc:sldMk cId="3863690448" sldId="258"/>
            <ac:picMk id="3" creationId="{1E0AB0AD-BDF5-F826-8823-2DEE3D1CD8EF}"/>
          </ac:picMkLst>
        </pc:picChg>
      </pc:sldChg>
      <pc:sldChg chg="modSp add del mod">
        <pc:chgData name="김진호(Jinho Kim)" userId="cf142970-310e-4a82-816c-77f5cf7627fa" providerId="ADAL" clId="{5214CDEF-F427-487A-991E-E1C2176BB68E}" dt="2026-05-29T02:21:33.416" v="746" actId="47"/>
        <pc:sldMkLst>
          <pc:docMk/>
          <pc:sldMk cId="4132292813" sldId="259"/>
        </pc:sldMkLst>
        <pc:graphicFrameChg chg="mod modGraphic">
          <ac:chgData name="김진호(Jinho Kim)" userId="cf142970-310e-4a82-816c-77f5cf7627fa" providerId="ADAL" clId="{5214CDEF-F427-487A-991E-E1C2176BB68E}" dt="2026-05-29T02:19:41.689" v="694" actId="20577"/>
          <ac:graphicFrameMkLst>
            <pc:docMk/>
            <pc:sldMk cId="4132292813" sldId="259"/>
            <ac:graphicFrameMk id="6" creationId="{03CCCDF3-8AFB-2C14-61AC-1E0D8EAFE2F0}"/>
          </ac:graphicFrameMkLst>
        </pc:graphicFrameChg>
      </pc:sldChg>
      <pc:sldChg chg="modSp add mod ord">
        <pc:chgData name="김진호(Jinho Kim)" userId="cf142970-310e-4a82-816c-77f5cf7627fa" providerId="ADAL" clId="{5214CDEF-F427-487A-991E-E1C2176BB68E}" dt="2026-05-29T02:28:31.969" v="1161" actId="20577"/>
        <pc:sldMkLst>
          <pc:docMk/>
          <pc:sldMk cId="2851982734" sldId="260"/>
        </pc:sldMkLst>
        <pc:graphicFrameChg chg="modGraphic">
          <ac:chgData name="김진호(Jinho Kim)" userId="cf142970-310e-4a82-816c-77f5cf7627fa" providerId="ADAL" clId="{5214CDEF-F427-487A-991E-E1C2176BB68E}" dt="2026-05-29T02:19:56.703" v="736" actId="20577"/>
          <ac:graphicFrameMkLst>
            <pc:docMk/>
            <pc:sldMk cId="2851982734" sldId="260"/>
            <ac:graphicFrameMk id="6" creationId="{D1865FAF-6973-D7B1-DEDD-A0A343B2D602}"/>
          </ac:graphicFrameMkLst>
        </pc:graphicFrameChg>
        <pc:graphicFrameChg chg="modGraphic">
          <ac:chgData name="김진호(Jinho Kim)" userId="cf142970-310e-4a82-816c-77f5cf7627fa" providerId="ADAL" clId="{5214CDEF-F427-487A-991E-E1C2176BB68E}" dt="2026-05-29T02:28:31.969" v="1161" actId="20577"/>
          <ac:graphicFrameMkLst>
            <pc:docMk/>
            <pc:sldMk cId="2851982734" sldId="260"/>
            <ac:graphicFrameMk id="7" creationId="{0A5B7559-42A7-8537-D6E6-E1F2B6C04196}"/>
          </ac:graphicFrameMkLst>
        </pc:graphicFrameChg>
      </pc:sldChg>
      <pc:sldChg chg="add">
        <pc:chgData name="김진호(Jinho Kim)" userId="cf142970-310e-4a82-816c-77f5cf7627fa" providerId="ADAL" clId="{5214CDEF-F427-487A-991E-E1C2176BB68E}" dt="2026-05-29T06:10:02.313" v="1186"/>
        <pc:sldMkLst>
          <pc:docMk/>
          <pc:sldMk cId="309927480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7AA809-8585-7ED1-466B-506076EF3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B0FCB33-CA91-9E1C-CD4F-A8433C305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0A683B-EC9F-75EB-A07B-E008764A2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D16C-1FDD-4E38-A55D-FB4F0D7D203A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B6AD1A-FF8F-2D90-BC04-9495C35F8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ACF4FB-B509-C4F4-F9A3-E06DA15A6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746D-8BB4-400D-9A35-F4748302A3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954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D703EB-A759-CC41-0AD1-8A50898D9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7EDE55-DAE0-5076-7A90-6B493D61D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3A9A21-2AED-ECF9-4B51-C07F68E33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D16C-1FDD-4E38-A55D-FB4F0D7D203A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DB2FBE-E63C-803E-8A95-A94AA0B9D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C267D0-AD8B-FA1F-9D82-C9D8AEF3E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746D-8BB4-400D-9A35-F4748302A3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115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EE7EC9-7144-B3B2-303B-8F5A09032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FDF352-E017-EED5-F7D4-E7802C875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2F7C08-75D3-9467-B572-CB99A3117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D16C-1FDD-4E38-A55D-FB4F0D7D203A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E0E86C-CE5C-EC5D-6CE6-83081CFCE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935FE6-4C03-792E-D8A0-682FC0150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746D-8BB4-400D-9A35-F4748302A3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5474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BCDAAA-5898-5071-5002-7E82A5F3B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4EE866-495D-90FD-5DCC-534072394B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9C5069-1A62-D5B0-053F-6B6256DCA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0D9899-946C-5AF1-813A-757014FAA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D16C-1FDD-4E38-A55D-FB4F0D7D203A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0B1A33-DB81-AE4C-82F0-1BF36E503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6B935F-3CFC-11A5-4DC6-5D850751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746D-8BB4-400D-9A35-F4748302A3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6250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4C8052-D1FC-FFDF-D94C-613A62F5E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66331C-66E8-223B-4699-5E7327ED9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1DA1F6-BCB5-CCD6-43A8-572F1924E7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A6576FC-45DD-5916-ED07-372DEBE218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7E8FD9B-56C8-59D4-3D0C-0BBB26B63B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46FD9D2-0FE9-D961-9AEB-92377B0D7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D16C-1FDD-4E38-A55D-FB4F0D7D203A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43D9E0C-4625-A719-7C43-4C5EA8501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4DBA05A-31C0-FC18-B090-170E8594D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746D-8BB4-400D-9A35-F4748302A3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098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F8AD1B-222D-97EC-46C1-2EB9288BF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F64A706-D321-0953-4BBD-65F209DC4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D16C-1FDD-4E38-A55D-FB4F0D7D203A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14C8A1-6618-DA23-CCA7-CCE3C2353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2257B8-F956-D388-BA7F-10D7B9941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746D-8BB4-400D-9A35-F4748302A3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1601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5CD92F5-7ADC-7EF9-B554-07BD72827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D16C-1FDD-4E38-A55D-FB4F0D7D203A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DFF614B-8B8C-A9B0-5555-C0A38FAD7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2B7F06-C254-63CE-D909-2B27ACF45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746D-8BB4-400D-9A35-F4748302A3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951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A758B-5C00-748D-1384-0F956506C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E2991C-6DE1-3FE4-053E-5F0E7BA32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B661EE-B1A7-165E-DD98-855994052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42B335-82C8-6F8A-1C39-572217C13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D16C-1FDD-4E38-A55D-FB4F0D7D203A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57A7F6-7F43-CD9C-5B4B-A24DBB6C1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AC4B85-8B8E-AC9D-58FD-955F45891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746D-8BB4-400D-9A35-F4748302A3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590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D2E92C-8EDA-B911-F485-174CDCC24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FB6A73-535B-C6B8-FD9E-0CAF7AFA49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A9D893-1E53-9EE4-855F-046A81DFBF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4B72BA-0A5F-C43D-B6B4-9685CD34E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D16C-1FDD-4E38-A55D-FB4F0D7D203A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58928E-515F-D486-702F-B540A46D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80C93A-5275-740A-2090-1B6DFCF7B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746D-8BB4-400D-9A35-F4748302A3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49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E9460E-8355-D439-A528-F1E77E5E5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132E10-C76A-DA11-3BE5-EBD0BC092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8CAAD7-40B6-60C4-C8C9-D122EA6BA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D16C-1FDD-4E38-A55D-FB4F0D7D203A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6BCFBF-C541-D35A-682E-C8600A3F7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4A479C-C0F3-78BD-36EA-150B6109F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746D-8BB4-400D-9A35-F4748302A3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785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7D24EA5-732F-723B-1C2D-6A6BED7FC2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D95D42-B7F6-FE59-4F3C-C17B2C81D2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4858DB-4C65-7088-7F1D-BFF24E90D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D16C-1FDD-4E38-A55D-FB4F0D7D203A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E4036F-6751-1DDE-FD7D-F8F79D30B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14007D-3ED7-0C43-4D1D-0A4DEDC4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746D-8BB4-400D-9A35-F4748302A3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510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6F093FE-375A-5685-45EF-0C59CF28C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A23FE6-BF2C-0C25-D176-26A58DCB1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D0AE0B-07EC-BE40-5CE0-9E67B300A8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08D16C-1FDD-4E38-A55D-FB4F0D7D203A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8BE32D-5064-6F15-9D18-580075CCB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6B1948-08A8-4A01-143C-05008037C0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5D746D-8BB4-400D-9A35-F4748302A3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4010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B7C77-6A70-3023-5203-B782A6DC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8573ED6-2121-E3FA-1D3D-31CE3154A0B3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50783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889090">
                  <a:extLst>
                    <a:ext uri="{9D8B030D-6E8A-4147-A177-3AD203B41FA5}">
                      <a16:colId xmlns:a16="http://schemas.microsoft.com/office/drawing/2014/main" val="1047178749"/>
                    </a:ext>
                  </a:extLst>
                </a:gridCol>
                <a:gridCol w="4206910">
                  <a:extLst>
                    <a:ext uri="{9D8B030D-6E8A-4147-A177-3AD203B41FA5}">
                      <a16:colId xmlns:a16="http://schemas.microsoft.com/office/drawing/2014/main" val="3155722927"/>
                    </a:ext>
                  </a:extLst>
                </a:gridCol>
                <a:gridCol w="1882391">
                  <a:extLst>
                    <a:ext uri="{9D8B030D-6E8A-4147-A177-3AD203B41FA5}">
                      <a16:colId xmlns:a16="http://schemas.microsoft.com/office/drawing/2014/main" val="3271894586"/>
                    </a:ext>
                  </a:extLst>
                </a:gridCol>
                <a:gridCol w="4213609">
                  <a:extLst>
                    <a:ext uri="{9D8B030D-6E8A-4147-A177-3AD203B41FA5}">
                      <a16:colId xmlns:a16="http://schemas.microsoft.com/office/drawing/2014/main" val="3889815235"/>
                    </a:ext>
                  </a:extLst>
                </a:gridCol>
              </a:tblGrid>
              <a:tr h="253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명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프로젝트 선택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PROJECT-LAUNCHER-01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892166"/>
                  </a:ext>
                </a:extLst>
              </a:tr>
              <a:tr h="253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메뉴위치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프로젝트 선택 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480987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BE8E534-82F1-DBE6-908E-B98C0D3FB512}"/>
              </a:ext>
            </a:extLst>
          </p:cNvPr>
          <p:cNvGraphicFramePr>
            <a:graphicFrameLocks noGrp="1"/>
          </p:cNvGraphicFramePr>
          <p:nvPr/>
        </p:nvGraphicFramePr>
        <p:xfrm>
          <a:off x="8712200" y="507832"/>
          <a:ext cx="3479800" cy="635016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479800">
                  <a:extLst>
                    <a:ext uri="{9D8B030D-6E8A-4147-A177-3AD203B41FA5}">
                      <a16:colId xmlns:a16="http://schemas.microsoft.com/office/drawing/2014/main" val="1047178749"/>
                    </a:ext>
                  </a:extLst>
                </a:gridCol>
              </a:tblGrid>
              <a:tr h="2449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설명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(Description)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92166"/>
                  </a:ext>
                </a:extLst>
              </a:tr>
              <a:tr h="6105251"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Navigation menu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Project selection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Project name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Number of surveys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Data length (time-wise)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New project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Edit/Delete project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07255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1232F85E-F36B-C3EB-5D26-381DA1123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091" y="1163015"/>
            <a:ext cx="8332019" cy="5039801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E444A72F-92A5-5C02-03EB-99F08EC107D3}"/>
              </a:ext>
            </a:extLst>
          </p:cNvPr>
          <p:cNvSpPr/>
          <p:nvPr/>
        </p:nvSpPr>
        <p:spPr>
          <a:xfrm>
            <a:off x="100623" y="1088447"/>
            <a:ext cx="8510954" cy="419100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5" name="타원 22">
            <a:extLst>
              <a:ext uri="{FF2B5EF4-FFF2-40B4-BE49-F238E27FC236}">
                <a16:creationId xmlns:a16="http://schemas.microsoft.com/office/drawing/2014/main" id="{D4057FD4-7BCD-BD65-B4B8-08B02EA11178}"/>
              </a:ext>
            </a:extLst>
          </p:cNvPr>
          <p:cNvSpPr/>
          <p:nvPr/>
        </p:nvSpPr>
        <p:spPr>
          <a:xfrm>
            <a:off x="4235519" y="1177416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  <p:sp>
        <p:nvSpPr>
          <p:cNvPr id="8" name="직사각형 4">
            <a:extLst>
              <a:ext uri="{FF2B5EF4-FFF2-40B4-BE49-F238E27FC236}">
                <a16:creationId xmlns:a16="http://schemas.microsoft.com/office/drawing/2014/main" id="{5DBE8D64-A85B-8ECA-DDD2-E223FD4B1BB8}"/>
              </a:ext>
            </a:extLst>
          </p:cNvPr>
          <p:cNvSpPr/>
          <p:nvPr/>
        </p:nvSpPr>
        <p:spPr>
          <a:xfrm>
            <a:off x="1514763" y="3011055"/>
            <a:ext cx="5735781" cy="2154503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9" name="타원 22">
            <a:extLst>
              <a:ext uri="{FF2B5EF4-FFF2-40B4-BE49-F238E27FC236}">
                <a16:creationId xmlns:a16="http://schemas.microsoft.com/office/drawing/2014/main" id="{69DD075F-9278-42B5-93CD-366E72C855C6}"/>
              </a:ext>
            </a:extLst>
          </p:cNvPr>
          <p:cNvSpPr/>
          <p:nvPr/>
        </p:nvSpPr>
        <p:spPr>
          <a:xfrm>
            <a:off x="4262072" y="3562334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  <p:sp>
        <p:nvSpPr>
          <p:cNvPr id="10" name="직사각형 4">
            <a:extLst>
              <a:ext uri="{FF2B5EF4-FFF2-40B4-BE49-F238E27FC236}">
                <a16:creationId xmlns:a16="http://schemas.microsoft.com/office/drawing/2014/main" id="{246CA83B-09E4-6DF5-6F29-ACAADD259A97}"/>
              </a:ext>
            </a:extLst>
          </p:cNvPr>
          <p:cNvSpPr/>
          <p:nvPr/>
        </p:nvSpPr>
        <p:spPr>
          <a:xfrm>
            <a:off x="1860884" y="3199184"/>
            <a:ext cx="1750552" cy="1019890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11" name="타원 22">
            <a:extLst>
              <a:ext uri="{FF2B5EF4-FFF2-40B4-BE49-F238E27FC236}">
                <a16:creationId xmlns:a16="http://schemas.microsoft.com/office/drawing/2014/main" id="{C6EE84ED-9637-1D50-BD5F-8C5059C6E92D}"/>
              </a:ext>
            </a:extLst>
          </p:cNvPr>
          <p:cNvSpPr/>
          <p:nvPr/>
        </p:nvSpPr>
        <p:spPr>
          <a:xfrm>
            <a:off x="3164238" y="3562333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3</a:t>
            </a:r>
            <a:endParaRPr lang="ko-KR" altLang="en-US" sz="1200" b="1" dirty="0"/>
          </a:p>
        </p:txBody>
      </p:sp>
      <p:sp>
        <p:nvSpPr>
          <p:cNvPr id="2" name="직사각형 4">
            <a:extLst>
              <a:ext uri="{FF2B5EF4-FFF2-40B4-BE49-F238E27FC236}">
                <a16:creationId xmlns:a16="http://schemas.microsoft.com/office/drawing/2014/main" id="{AFA00A29-25DB-7BFA-B13B-0A495DDA7DCC}"/>
              </a:ext>
            </a:extLst>
          </p:cNvPr>
          <p:cNvSpPr/>
          <p:nvPr/>
        </p:nvSpPr>
        <p:spPr>
          <a:xfrm>
            <a:off x="5975419" y="3345618"/>
            <a:ext cx="873629" cy="577781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12" name="타원 22">
            <a:extLst>
              <a:ext uri="{FF2B5EF4-FFF2-40B4-BE49-F238E27FC236}">
                <a16:creationId xmlns:a16="http://schemas.microsoft.com/office/drawing/2014/main" id="{2633F450-6F0F-0A49-1DF6-0681082632E0}"/>
              </a:ext>
            </a:extLst>
          </p:cNvPr>
          <p:cNvSpPr/>
          <p:nvPr/>
        </p:nvSpPr>
        <p:spPr>
          <a:xfrm>
            <a:off x="6532040" y="3521185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4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447971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E3E48-F79D-863C-8DBD-271BE9BC1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1865FAF-6973-D7B1-DEDD-A0A343B2D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055202"/>
              </p:ext>
            </p:extLst>
          </p:nvPr>
        </p:nvGraphicFramePr>
        <p:xfrm>
          <a:off x="0" y="0"/>
          <a:ext cx="12192000" cy="50783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889090">
                  <a:extLst>
                    <a:ext uri="{9D8B030D-6E8A-4147-A177-3AD203B41FA5}">
                      <a16:colId xmlns:a16="http://schemas.microsoft.com/office/drawing/2014/main" val="1047178749"/>
                    </a:ext>
                  </a:extLst>
                </a:gridCol>
                <a:gridCol w="4206910">
                  <a:extLst>
                    <a:ext uri="{9D8B030D-6E8A-4147-A177-3AD203B41FA5}">
                      <a16:colId xmlns:a16="http://schemas.microsoft.com/office/drawing/2014/main" val="3155722927"/>
                    </a:ext>
                  </a:extLst>
                </a:gridCol>
                <a:gridCol w="1882391">
                  <a:extLst>
                    <a:ext uri="{9D8B030D-6E8A-4147-A177-3AD203B41FA5}">
                      <a16:colId xmlns:a16="http://schemas.microsoft.com/office/drawing/2014/main" val="3271894586"/>
                    </a:ext>
                  </a:extLst>
                </a:gridCol>
                <a:gridCol w="4213609">
                  <a:extLst>
                    <a:ext uri="{9D8B030D-6E8A-4147-A177-3AD203B41FA5}">
                      <a16:colId xmlns:a16="http://schemas.microsoft.com/office/drawing/2014/main" val="3889815235"/>
                    </a:ext>
                  </a:extLst>
                </a:gridCol>
              </a:tblGrid>
              <a:tr h="253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명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새 프로젝트 생성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PROJECT-LAUNCHER-02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892166"/>
                  </a:ext>
                </a:extLst>
              </a:tr>
              <a:tr h="253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메뉴위치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프로젝트 선택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en-US" sz="900" dirty="0"/>
                        <a:t>새 </a:t>
                      </a:r>
                      <a:r>
                        <a:rPr lang="en-US" sz="900" dirty="0" err="1"/>
                        <a:t>프로젝트</a:t>
                      </a:r>
                      <a:r>
                        <a:rPr lang="en-US" sz="900" dirty="0"/>
                        <a:t> </a:t>
                      </a:r>
                      <a:r>
                        <a:rPr lang="en-US" sz="900" dirty="0" err="1"/>
                        <a:t>생성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480987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A5B7559-42A7-8537-D6E6-E1F2B6C041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595592"/>
              </p:ext>
            </p:extLst>
          </p:nvPr>
        </p:nvGraphicFramePr>
        <p:xfrm>
          <a:off x="8712200" y="507832"/>
          <a:ext cx="3479800" cy="635016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479800">
                  <a:extLst>
                    <a:ext uri="{9D8B030D-6E8A-4147-A177-3AD203B41FA5}">
                      <a16:colId xmlns:a16="http://schemas.microsoft.com/office/drawing/2014/main" val="1047178749"/>
                    </a:ext>
                  </a:extLst>
                </a:gridCol>
              </a:tblGrid>
              <a:tr h="2449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설명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(Description)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92166"/>
                  </a:ext>
                </a:extLst>
              </a:tr>
              <a:tr h="6105251"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Navigation menu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Project information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Project name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</a:rPr>
                        <a:t>Descrtiption</a:t>
                      </a:r>
                      <a:endParaRPr lang="en-US" altLang="ko-KR" sz="1100" b="1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Project/camera position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Lat/</a:t>
                      </a:r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</a:rPr>
                        <a:t>lon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 project (optional)</a:t>
                      </a:r>
                    </a:p>
                    <a:p>
                      <a:pPr marL="228600" lvl="0" indent="-228600" algn="l" latinLnBrk="1">
                        <a:buFont typeface="+mj-lt"/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Create Project / Cancel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07255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81FD1B35-2366-78A3-45D5-DC61E031AF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3813" y="1167040"/>
            <a:ext cx="8464575" cy="5031751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FFBF5CC-8F7D-4CAF-9BB4-E53154AE77C4}"/>
              </a:ext>
            </a:extLst>
          </p:cNvPr>
          <p:cNvSpPr/>
          <p:nvPr/>
        </p:nvSpPr>
        <p:spPr>
          <a:xfrm>
            <a:off x="100623" y="1088447"/>
            <a:ext cx="8510954" cy="419100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5" name="타원 22">
            <a:extLst>
              <a:ext uri="{FF2B5EF4-FFF2-40B4-BE49-F238E27FC236}">
                <a16:creationId xmlns:a16="http://schemas.microsoft.com/office/drawing/2014/main" id="{39EA7B9A-DF29-21DD-02E6-E612C8BBFF81}"/>
              </a:ext>
            </a:extLst>
          </p:cNvPr>
          <p:cNvSpPr/>
          <p:nvPr/>
        </p:nvSpPr>
        <p:spPr>
          <a:xfrm>
            <a:off x="4235519" y="1177416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  <p:sp>
        <p:nvSpPr>
          <p:cNvPr id="8" name="직사각형 4">
            <a:extLst>
              <a:ext uri="{FF2B5EF4-FFF2-40B4-BE49-F238E27FC236}">
                <a16:creationId xmlns:a16="http://schemas.microsoft.com/office/drawing/2014/main" id="{6846B1AA-7101-0B8C-1FB0-FD98E759B599}"/>
              </a:ext>
            </a:extLst>
          </p:cNvPr>
          <p:cNvSpPr/>
          <p:nvPr/>
        </p:nvSpPr>
        <p:spPr>
          <a:xfrm>
            <a:off x="3133416" y="2503216"/>
            <a:ext cx="2597848" cy="1367477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9" name="타원 22">
            <a:extLst>
              <a:ext uri="{FF2B5EF4-FFF2-40B4-BE49-F238E27FC236}">
                <a16:creationId xmlns:a16="http://schemas.microsoft.com/office/drawing/2014/main" id="{6C61D369-200D-85A6-030B-33D27EF99992}"/>
              </a:ext>
            </a:extLst>
          </p:cNvPr>
          <p:cNvSpPr/>
          <p:nvPr/>
        </p:nvSpPr>
        <p:spPr>
          <a:xfrm>
            <a:off x="4235518" y="2945892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  <p:sp>
        <p:nvSpPr>
          <p:cNvPr id="10" name="직사각형 4">
            <a:extLst>
              <a:ext uri="{FF2B5EF4-FFF2-40B4-BE49-F238E27FC236}">
                <a16:creationId xmlns:a16="http://schemas.microsoft.com/office/drawing/2014/main" id="{9A8ADE5F-ED6F-E898-743B-9327EDB65771}"/>
              </a:ext>
            </a:extLst>
          </p:cNvPr>
          <p:cNvSpPr/>
          <p:nvPr/>
        </p:nvSpPr>
        <p:spPr>
          <a:xfrm>
            <a:off x="3110226" y="3959663"/>
            <a:ext cx="2597848" cy="551439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11" name="타원 22">
            <a:extLst>
              <a:ext uri="{FF2B5EF4-FFF2-40B4-BE49-F238E27FC236}">
                <a16:creationId xmlns:a16="http://schemas.microsoft.com/office/drawing/2014/main" id="{E9AFED96-73F6-5553-30F8-C822369FEC02}"/>
              </a:ext>
            </a:extLst>
          </p:cNvPr>
          <p:cNvSpPr/>
          <p:nvPr/>
        </p:nvSpPr>
        <p:spPr>
          <a:xfrm>
            <a:off x="4235517" y="4114801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3</a:t>
            </a:r>
            <a:endParaRPr lang="ko-KR" altLang="en-US" sz="1200" b="1" dirty="0"/>
          </a:p>
        </p:txBody>
      </p:sp>
      <p:sp>
        <p:nvSpPr>
          <p:cNvPr id="13" name="직사각형 4">
            <a:extLst>
              <a:ext uri="{FF2B5EF4-FFF2-40B4-BE49-F238E27FC236}">
                <a16:creationId xmlns:a16="http://schemas.microsoft.com/office/drawing/2014/main" id="{BA7A2939-185C-8625-FCDD-D3C54E9575F5}"/>
              </a:ext>
            </a:extLst>
          </p:cNvPr>
          <p:cNvSpPr/>
          <p:nvPr/>
        </p:nvSpPr>
        <p:spPr>
          <a:xfrm flipV="1">
            <a:off x="4146522" y="4511100"/>
            <a:ext cx="1561553" cy="344840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14" name="타원 22">
            <a:extLst>
              <a:ext uri="{FF2B5EF4-FFF2-40B4-BE49-F238E27FC236}">
                <a16:creationId xmlns:a16="http://schemas.microsoft.com/office/drawing/2014/main" id="{890FA062-1F9A-280D-1A2A-5F2674CC1698}"/>
              </a:ext>
            </a:extLst>
          </p:cNvPr>
          <p:cNvSpPr/>
          <p:nvPr/>
        </p:nvSpPr>
        <p:spPr>
          <a:xfrm>
            <a:off x="4235516" y="4545659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4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851982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7028A-0E95-35BF-337E-6D09BD394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7F19DC5-AAC9-6312-B6ED-C1B85F560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385058"/>
              </p:ext>
            </p:extLst>
          </p:nvPr>
        </p:nvGraphicFramePr>
        <p:xfrm>
          <a:off x="0" y="0"/>
          <a:ext cx="12192000" cy="50783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889090">
                  <a:extLst>
                    <a:ext uri="{9D8B030D-6E8A-4147-A177-3AD203B41FA5}">
                      <a16:colId xmlns:a16="http://schemas.microsoft.com/office/drawing/2014/main" val="1047178749"/>
                    </a:ext>
                  </a:extLst>
                </a:gridCol>
                <a:gridCol w="4206910">
                  <a:extLst>
                    <a:ext uri="{9D8B030D-6E8A-4147-A177-3AD203B41FA5}">
                      <a16:colId xmlns:a16="http://schemas.microsoft.com/office/drawing/2014/main" val="3155722927"/>
                    </a:ext>
                  </a:extLst>
                </a:gridCol>
                <a:gridCol w="1882391">
                  <a:extLst>
                    <a:ext uri="{9D8B030D-6E8A-4147-A177-3AD203B41FA5}">
                      <a16:colId xmlns:a16="http://schemas.microsoft.com/office/drawing/2014/main" val="3271894586"/>
                    </a:ext>
                  </a:extLst>
                </a:gridCol>
                <a:gridCol w="4213609">
                  <a:extLst>
                    <a:ext uri="{9D8B030D-6E8A-4147-A177-3AD203B41FA5}">
                      <a16:colId xmlns:a16="http://schemas.microsoft.com/office/drawing/2014/main" val="3889815235"/>
                    </a:ext>
                  </a:extLst>
                </a:gridCol>
              </a:tblGrid>
              <a:tr h="253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명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관측 데이터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UPLOAD-DATA-01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892166"/>
                  </a:ext>
                </a:extLst>
              </a:tr>
              <a:tr h="253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메뉴위치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관측 데이터 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480987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57AF500-CF84-DE45-61B2-0BB8FF331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660226"/>
              </p:ext>
            </p:extLst>
          </p:nvPr>
        </p:nvGraphicFramePr>
        <p:xfrm>
          <a:off x="8712200" y="507832"/>
          <a:ext cx="3479800" cy="635016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479800">
                  <a:extLst>
                    <a:ext uri="{9D8B030D-6E8A-4147-A177-3AD203B41FA5}">
                      <a16:colId xmlns:a16="http://schemas.microsoft.com/office/drawing/2014/main" val="1047178749"/>
                    </a:ext>
                  </a:extLst>
                </a:gridCol>
              </a:tblGrid>
              <a:tr h="2449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설명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(Description)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92166"/>
                  </a:ext>
                </a:extLst>
              </a:tr>
              <a:tr h="6105251"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Navigation menu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Observation date list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Date and label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Voxelization state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Edit/delete button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Add date</a:t>
                      </a:r>
                    </a:p>
                    <a:p>
                      <a:pPr marL="685800" marR="0" lvl="1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Date (input YYYY-MM-DD) and label</a:t>
                      </a:r>
                    </a:p>
                    <a:p>
                      <a:pPr marL="685800" marR="0" lvl="1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Data type selector</a:t>
                      </a:r>
                    </a:p>
                    <a:p>
                      <a:pPr marL="685800" marR="0" lvl="1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Data drop box (select or drag and drop)</a:t>
                      </a:r>
                    </a:p>
                    <a:p>
                      <a:pPr marL="685800" marR="0" lvl="1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Cancel/save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Same format for edit button but without data drop box or selector type</a:t>
                      </a:r>
                    </a:p>
                    <a:p>
                      <a:pPr marL="228600" lvl="0" indent="-228600" algn="l" latinLnBrk="1">
                        <a:buFont typeface="+mj-lt"/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Project location display</a:t>
                      </a:r>
                    </a:p>
                    <a:p>
                      <a:pPr marL="228600" lvl="0" indent="-228600" algn="l" latinLnBrk="1">
                        <a:buFont typeface="+mj-lt"/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Manual coordinate input button</a:t>
                      </a:r>
                    </a:p>
                    <a:p>
                      <a:pPr marL="228600" lvl="0" indent="-228600" algn="l" latinLnBrk="1">
                        <a:buFont typeface="+mj-lt"/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Camera height setting button</a:t>
                      </a:r>
                    </a:p>
                    <a:p>
                      <a:pPr marL="228600" lvl="0" indent="-228600" algn="l" latinLnBrk="1">
                        <a:buFont typeface="+mj-lt"/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Preview window</a:t>
                      </a:r>
                    </a:p>
                    <a:p>
                      <a:pPr marL="228600" lvl="0" indent="-228600" algn="l" latinLnBrk="1">
                        <a:buFont typeface="+mj-lt"/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Data type and selector</a:t>
                      </a:r>
                    </a:p>
                    <a:p>
                      <a:pPr marL="228600" lvl="0" indent="-228600" algn="l" latinLnBrk="1">
                        <a:buFont typeface="+mj-lt"/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3D tiles center coordinates and set as project coordinates button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07255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438BA09-42FB-9E37-71B9-0976453B9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9629" y="1192050"/>
            <a:ext cx="8372942" cy="498173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D7D00A0-6DA2-98F7-AA9D-A46DF9E5B5B2}"/>
              </a:ext>
            </a:extLst>
          </p:cNvPr>
          <p:cNvSpPr/>
          <p:nvPr/>
        </p:nvSpPr>
        <p:spPr>
          <a:xfrm>
            <a:off x="100623" y="1088447"/>
            <a:ext cx="8510954" cy="419100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5" name="타원 22">
            <a:extLst>
              <a:ext uri="{FF2B5EF4-FFF2-40B4-BE49-F238E27FC236}">
                <a16:creationId xmlns:a16="http://schemas.microsoft.com/office/drawing/2014/main" id="{95CAB560-8F7B-FDC3-D8C3-C643EFC82F5E}"/>
              </a:ext>
            </a:extLst>
          </p:cNvPr>
          <p:cNvSpPr/>
          <p:nvPr/>
        </p:nvSpPr>
        <p:spPr>
          <a:xfrm>
            <a:off x="4235519" y="1177416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  <p:sp>
        <p:nvSpPr>
          <p:cNvPr id="8" name="직사각형 4">
            <a:extLst>
              <a:ext uri="{FF2B5EF4-FFF2-40B4-BE49-F238E27FC236}">
                <a16:creationId xmlns:a16="http://schemas.microsoft.com/office/drawing/2014/main" id="{4CC26EBA-2C30-E527-334B-72FC0FCD5FD8}"/>
              </a:ext>
            </a:extLst>
          </p:cNvPr>
          <p:cNvSpPr/>
          <p:nvPr/>
        </p:nvSpPr>
        <p:spPr>
          <a:xfrm>
            <a:off x="1354829" y="2316181"/>
            <a:ext cx="3008623" cy="1482441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9" name="타원 22">
            <a:extLst>
              <a:ext uri="{FF2B5EF4-FFF2-40B4-BE49-F238E27FC236}">
                <a16:creationId xmlns:a16="http://schemas.microsoft.com/office/drawing/2014/main" id="{D41EB6FC-7C64-C0F4-4150-8986734C2D78}"/>
              </a:ext>
            </a:extLst>
          </p:cNvPr>
          <p:cNvSpPr/>
          <p:nvPr/>
        </p:nvSpPr>
        <p:spPr>
          <a:xfrm>
            <a:off x="2591002" y="2931368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  <p:sp>
        <p:nvSpPr>
          <p:cNvPr id="10" name="직사각형 4">
            <a:extLst>
              <a:ext uri="{FF2B5EF4-FFF2-40B4-BE49-F238E27FC236}">
                <a16:creationId xmlns:a16="http://schemas.microsoft.com/office/drawing/2014/main" id="{B53B5FC3-2BF0-D27F-8D01-F2EE88568493}"/>
              </a:ext>
            </a:extLst>
          </p:cNvPr>
          <p:cNvSpPr/>
          <p:nvPr/>
        </p:nvSpPr>
        <p:spPr>
          <a:xfrm flipV="1">
            <a:off x="4432457" y="2316182"/>
            <a:ext cx="3027121" cy="2504954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11" name="타원 22">
            <a:extLst>
              <a:ext uri="{FF2B5EF4-FFF2-40B4-BE49-F238E27FC236}">
                <a16:creationId xmlns:a16="http://schemas.microsoft.com/office/drawing/2014/main" id="{514A4E9C-B8ED-4428-9C4F-25B7709CA0B2}"/>
              </a:ext>
            </a:extLst>
          </p:cNvPr>
          <p:cNvSpPr/>
          <p:nvPr/>
        </p:nvSpPr>
        <p:spPr>
          <a:xfrm>
            <a:off x="5773035" y="3478922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7</a:t>
            </a:r>
            <a:endParaRPr lang="ko-KR" altLang="en-US" sz="1200" b="1" dirty="0"/>
          </a:p>
        </p:txBody>
      </p:sp>
      <p:sp>
        <p:nvSpPr>
          <p:cNvPr id="2" name="직사각형 4">
            <a:extLst>
              <a:ext uri="{FF2B5EF4-FFF2-40B4-BE49-F238E27FC236}">
                <a16:creationId xmlns:a16="http://schemas.microsoft.com/office/drawing/2014/main" id="{880B10B7-C1A1-77F9-BB4A-44A8EF55D23B}"/>
              </a:ext>
            </a:extLst>
          </p:cNvPr>
          <p:cNvSpPr/>
          <p:nvPr/>
        </p:nvSpPr>
        <p:spPr>
          <a:xfrm>
            <a:off x="1354830" y="3887592"/>
            <a:ext cx="3008623" cy="1792992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12" name="타원 22">
            <a:extLst>
              <a:ext uri="{FF2B5EF4-FFF2-40B4-BE49-F238E27FC236}">
                <a16:creationId xmlns:a16="http://schemas.microsoft.com/office/drawing/2014/main" id="{ADB1F65D-B8AB-CD43-DA2D-AFFCF4621414}"/>
              </a:ext>
            </a:extLst>
          </p:cNvPr>
          <p:cNvSpPr/>
          <p:nvPr/>
        </p:nvSpPr>
        <p:spPr>
          <a:xfrm>
            <a:off x="2591001" y="3933938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3</a:t>
            </a:r>
            <a:endParaRPr lang="ko-KR" altLang="en-US" sz="1200" b="1" dirty="0"/>
          </a:p>
        </p:txBody>
      </p:sp>
      <p:sp>
        <p:nvSpPr>
          <p:cNvPr id="13" name="직사각형 4">
            <a:extLst>
              <a:ext uri="{FF2B5EF4-FFF2-40B4-BE49-F238E27FC236}">
                <a16:creationId xmlns:a16="http://schemas.microsoft.com/office/drawing/2014/main" id="{9DBD3718-B88A-5A03-B3D0-D011086D13D5}"/>
              </a:ext>
            </a:extLst>
          </p:cNvPr>
          <p:cNvSpPr/>
          <p:nvPr/>
        </p:nvSpPr>
        <p:spPr>
          <a:xfrm>
            <a:off x="1354829" y="1949116"/>
            <a:ext cx="6104749" cy="356159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14" name="타원 22">
            <a:extLst>
              <a:ext uri="{FF2B5EF4-FFF2-40B4-BE49-F238E27FC236}">
                <a16:creationId xmlns:a16="http://schemas.microsoft.com/office/drawing/2014/main" id="{99B03517-3A8B-5376-0A66-F65E2BD49394}"/>
              </a:ext>
            </a:extLst>
          </p:cNvPr>
          <p:cNvSpPr/>
          <p:nvPr/>
        </p:nvSpPr>
        <p:spPr>
          <a:xfrm>
            <a:off x="5854839" y="2335828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8</a:t>
            </a:r>
            <a:endParaRPr lang="ko-KR" altLang="en-US" sz="1200" b="1" dirty="0"/>
          </a:p>
        </p:txBody>
      </p:sp>
      <p:sp>
        <p:nvSpPr>
          <p:cNvPr id="15" name="타원 22">
            <a:extLst>
              <a:ext uri="{FF2B5EF4-FFF2-40B4-BE49-F238E27FC236}">
                <a16:creationId xmlns:a16="http://schemas.microsoft.com/office/drawing/2014/main" id="{8351F42A-81E8-EAB0-91B4-1DDBF970F0E4}"/>
              </a:ext>
            </a:extLst>
          </p:cNvPr>
          <p:cNvSpPr/>
          <p:nvPr/>
        </p:nvSpPr>
        <p:spPr>
          <a:xfrm>
            <a:off x="7338997" y="2576989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9</a:t>
            </a:r>
            <a:endParaRPr lang="ko-KR" altLang="en-US" sz="1200" b="1" dirty="0"/>
          </a:p>
        </p:txBody>
      </p:sp>
      <p:sp>
        <p:nvSpPr>
          <p:cNvPr id="18" name="타원 22">
            <a:extLst>
              <a:ext uri="{FF2B5EF4-FFF2-40B4-BE49-F238E27FC236}">
                <a16:creationId xmlns:a16="http://schemas.microsoft.com/office/drawing/2014/main" id="{612B8A67-ABE0-20A7-F729-6E5372FC327D}"/>
              </a:ext>
            </a:extLst>
          </p:cNvPr>
          <p:cNvSpPr/>
          <p:nvPr/>
        </p:nvSpPr>
        <p:spPr>
          <a:xfrm>
            <a:off x="2871839" y="2006614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4</a:t>
            </a:r>
            <a:endParaRPr lang="ko-KR" altLang="en-US" sz="1200" b="1" dirty="0"/>
          </a:p>
        </p:txBody>
      </p:sp>
      <p:sp>
        <p:nvSpPr>
          <p:cNvPr id="19" name="타원 22">
            <a:extLst>
              <a:ext uri="{FF2B5EF4-FFF2-40B4-BE49-F238E27FC236}">
                <a16:creationId xmlns:a16="http://schemas.microsoft.com/office/drawing/2014/main" id="{991E07D4-DCB5-BDA8-1D7D-06B7E8F4AE94}"/>
              </a:ext>
            </a:extLst>
          </p:cNvPr>
          <p:cNvSpPr/>
          <p:nvPr/>
        </p:nvSpPr>
        <p:spPr>
          <a:xfrm>
            <a:off x="5818247" y="2006613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5</a:t>
            </a:r>
            <a:endParaRPr lang="ko-KR" altLang="en-US" sz="1200" b="1" dirty="0"/>
          </a:p>
        </p:txBody>
      </p:sp>
      <p:sp>
        <p:nvSpPr>
          <p:cNvPr id="20" name="타원 22">
            <a:extLst>
              <a:ext uri="{FF2B5EF4-FFF2-40B4-BE49-F238E27FC236}">
                <a16:creationId xmlns:a16="http://schemas.microsoft.com/office/drawing/2014/main" id="{1E413727-97C5-0F59-F87C-0233B214F435}"/>
              </a:ext>
            </a:extLst>
          </p:cNvPr>
          <p:cNvSpPr/>
          <p:nvPr/>
        </p:nvSpPr>
        <p:spPr>
          <a:xfrm>
            <a:off x="7373501" y="2006612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6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663451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11DD6-AF93-181C-B1CF-008E34F76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1951E1D-59C1-168B-3C32-07B799FBDC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032708"/>
              </p:ext>
            </p:extLst>
          </p:nvPr>
        </p:nvGraphicFramePr>
        <p:xfrm>
          <a:off x="0" y="0"/>
          <a:ext cx="12192000" cy="50783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889090">
                  <a:extLst>
                    <a:ext uri="{9D8B030D-6E8A-4147-A177-3AD203B41FA5}">
                      <a16:colId xmlns:a16="http://schemas.microsoft.com/office/drawing/2014/main" val="1047178749"/>
                    </a:ext>
                  </a:extLst>
                </a:gridCol>
                <a:gridCol w="4206910">
                  <a:extLst>
                    <a:ext uri="{9D8B030D-6E8A-4147-A177-3AD203B41FA5}">
                      <a16:colId xmlns:a16="http://schemas.microsoft.com/office/drawing/2014/main" val="3155722927"/>
                    </a:ext>
                  </a:extLst>
                </a:gridCol>
                <a:gridCol w="1882391">
                  <a:extLst>
                    <a:ext uri="{9D8B030D-6E8A-4147-A177-3AD203B41FA5}">
                      <a16:colId xmlns:a16="http://schemas.microsoft.com/office/drawing/2014/main" val="3271894586"/>
                    </a:ext>
                  </a:extLst>
                </a:gridCol>
                <a:gridCol w="4213609">
                  <a:extLst>
                    <a:ext uri="{9D8B030D-6E8A-4147-A177-3AD203B41FA5}">
                      <a16:colId xmlns:a16="http://schemas.microsoft.com/office/drawing/2014/main" val="3889815235"/>
                    </a:ext>
                  </a:extLst>
                </a:gridCol>
              </a:tblGrid>
              <a:tr h="253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명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좌표 직접 입력 모달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UPLOAD-DATA-02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892166"/>
                  </a:ext>
                </a:extLst>
              </a:tr>
              <a:tr h="253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메뉴위치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관측 데이터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좌표 직접 입력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480987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25D417D-A4C9-2EA3-CEC8-B898A12BC5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816248"/>
              </p:ext>
            </p:extLst>
          </p:nvPr>
        </p:nvGraphicFramePr>
        <p:xfrm>
          <a:off x="8712200" y="507832"/>
          <a:ext cx="3479800" cy="635016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479800">
                  <a:extLst>
                    <a:ext uri="{9D8B030D-6E8A-4147-A177-3AD203B41FA5}">
                      <a16:colId xmlns:a16="http://schemas.microsoft.com/office/drawing/2014/main" val="1047178749"/>
                    </a:ext>
                  </a:extLst>
                </a:gridCol>
              </a:tblGrid>
              <a:tr h="2449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설명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(Description)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92166"/>
                  </a:ext>
                </a:extLst>
              </a:tr>
              <a:tr h="6105251"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Manual coordinates input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Longitude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Latitude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Save button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 applied input value as project location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Cancel button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07255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6B56982B-B7E3-BDFA-3EC9-4973A664DA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9629" y="1193739"/>
            <a:ext cx="8372942" cy="4978352"/>
          </a:xfrm>
          <a:prstGeom prst="rect">
            <a:avLst/>
          </a:prstGeom>
        </p:spPr>
      </p:pic>
      <p:sp>
        <p:nvSpPr>
          <p:cNvPr id="16" name="직사각형 3">
            <a:extLst>
              <a:ext uri="{FF2B5EF4-FFF2-40B4-BE49-F238E27FC236}">
                <a16:creationId xmlns:a16="http://schemas.microsoft.com/office/drawing/2014/main" id="{BB36E69E-9E9A-052C-94D4-877D0CF1EA75}"/>
              </a:ext>
            </a:extLst>
          </p:cNvPr>
          <p:cNvSpPr/>
          <p:nvPr/>
        </p:nvSpPr>
        <p:spPr>
          <a:xfrm>
            <a:off x="3296653" y="3043989"/>
            <a:ext cx="2141621" cy="1299410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17" name="타원 22">
            <a:extLst>
              <a:ext uri="{FF2B5EF4-FFF2-40B4-BE49-F238E27FC236}">
                <a16:creationId xmlns:a16="http://schemas.microsoft.com/office/drawing/2014/main" id="{0721EA43-A84F-06B8-5437-4C3C1D0A5087}"/>
              </a:ext>
            </a:extLst>
          </p:cNvPr>
          <p:cNvSpPr/>
          <p:nvPr/>
        </p:nvSpPr>
        <p:spPr>
          <a:xfrm>
            <a:off x="4246882" y="2720840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8604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D7BBE-4ADF-E5FA-FAD1-63120373E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C1CBF82-025C-1684-F807-E01E9DF91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292575"/>
              </p:ext>
            </p:extLst>
          </p:nvPr>
        </p:nvGraphicFramePr>
        <p:xfrm>
          <a:off x="0" y="0"/>
          <a:ext cx="12192000" cy="50783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889090">
                  <a:extLst>
                    <a:ext uri="{9D8B030D-6E8A-4147-A177-3AD203B41FA5}">
                      <a16:colId xmlns:a16="http://schemas.microsoft.com/office/drawing/2014/main" val="1047178749"/>
                    </a:ext>
                  </a:extLst>
                </a:gridCol>
                <a:gridCol w="4206910">
                  <a:extLst>
                    <a:ext uri="{9D8B030D-6E8A-4147-A177-3AD203B41FA5}">
                      <a16:colId xmlns:a16="http://schemas.microsoft.com/office/drawing/2014/main" val="3155722927"/>
                    </a:ext>
                  </a:extLst>
                </a:gridCol>
                <a:gridCol w="1882391">
                  <a:extLst>
                    <a:ext uri="{9D8B030D-6E8A-4147-A177-3AD203B41FA5}">
                      <a16:colId xmlns:a16="http://schemas.microsoft.com/office/drawing/2014/main" val="3271894586"/>
                    </a:ext>
                  </a:extLst>
                </a:gridCol>
                <a:gridCol w="4213609">
                  <a:extLst>
                    <a:ext uri="{9D8B030D-6E8A-4147-A177-3AD203B41FA5}">
                      <a16:colId xmlns:a16="http://schemas.microsoft.com/office/drawing/2014/main" val="3889815235"/>
                    </a:ext>
                  </a:extLst>
                </a:gridCol>
              </a:tblGrid>
              <a:tr h="253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명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카메라 높이 설정 모달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UPLOAD-DATA-03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892166"/>
                  </a:ext>
                </a:extLst>
              </a:tr>
              <a:tr h="253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메뉴위치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관측 데이터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카메라 높이 설정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480987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9F2E81F-FE20-7BC0-D41A-67571F24BF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946666"/>
              </p:ext>
            </p:extLst>
          </p:nvPr>
        </p:nvGraphicFramePr>
        <p:xfrm>
          <a:off x="8712200" y="507832"/>
          <a:ext cx="3479800" cy="635016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479800">
                  <a:extLst>
                    <a:ext uri="{9D8B030D-6E8A-4147-A177-3AD203B41FA5}">
                      <a16:colId xmlns:a16="http://schemas.microsoft.com/office/drawing/2014/main" val="1047178749"/>
                    </a:ext>
                  </a:extLst>
                </a:gridCol>
              </a:tblGrid>
              <a:tr h="2449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설명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(Description)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92166"/>
                  </a:ext>
                </a:extLst>
              </a:tr>
              <a:tr h="6105251"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Camera height setting modal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Camera height input (shows current set value)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sym typeface="Wingdings" panose="05000000000000000000" pitchFamily="2" charset="2"/>
                      </a:endParaRP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Save/Cancel button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07255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E6390AA7-97F6-279F-060A-56BC20A3E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9629" y="1197109"/>
            <a:ext cx="8372942" cy="4971611"/>
          </a:xfrm>
          <a:prstGeom prst="rect">
            <a:avLst/>
          </a:prstGeom>
        </p:spPr>
      </p:pic>
      <p:sp>
        <p:nvSpPr>
          <p:cNvPr id="16" name="직사각형 3">
            <a:extLst>
              <a:ext uri="{FF2B5EF4-FFF2-40B4-BE49-F238E27FC236}">
                <a16:creationId xmlns:a16="http://schemas.microsoft.com/office/drawing/2014/main" id="{A3CC3756-D42F-719A-7E9C-F5F5855BB2E4}"/>
              </a:ext>
            </a:extLst>
          </p:cNvPr>
          <p:cNvSpPr/>
          <p:nvPr/>
        </p:nvSpPr>
        <p:spPr>
          <a:xfrm>
            <a:off x="3296653" y="3043989"/>
            <a:ext cx="2141621" cy="1299410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17" name="타원 22">
            <a:extLst>
              <a:ext uri="{FF2B5EF4-FFF2-40B4-BE49-F238E27FC236}">
                <a16:creationId xmlns:a16="http://schemas.microsoft.com/office/drawing/2014/main" id="{02E7383C-286A-9D57-06E9-417214FD3D72}"/>
              </a:ext>
            </a:extLst>
          </p:cNvPr>
          <p:cNvSpPr/>
          <p:nvPr/>
        </p:nvSpPr>
        <p:spPr>
          <a:xfrm>
            <a:off x="4246882" y="2720840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589804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9DB6-5C4A-42DB-AF8E-8E6753999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2703932-AB51-2B34-6310-97EFA3F932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437737"/>
              </p:ext>
            </p:extLst>
          </p:nvPr>
        </p:nvGraphicFramePr>
        <p:xfrm>
          <a:off x="0" y="0"/>
          <a:ext cx="12192000" cy="50783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889090">
                  <a:extLst>
                    <a:ext uri="{9D8B030D-6E8A-4147-A177-3AD203B41FA5}">
                      <a16:colId xmlns:a16="http://schemas.microsoft.com/office/drawing/2014/main" val="1047178749"/>
                    </a:ext>
                  </a:extLst>
                </a:gridCol>
                <a:gridCol w="4206910">
                  <a:extLst>
                    <a:ext uri="{9D8B030D-6E8A-4147-A177-3AD203B41FA5}">
                      <a16:colId xmlns:a16="http://schemas.microsoft.com/office/drawing/2014/main" val="3155722927"/>
                    </a:ext>
                  </a:extLst>
                </a:gridCol>
                <a:gridCol w="1882391">
                  <a:extLst>
                    <a:ext uri="{9D8B030D-6E8A-4147-A177-3AD203B41FA5}">
                      <a16:colId xmlns:a16="http://schemas.microsoft.com/office/drawing/2014/main" val="3271894586"/>
                    </a:ext>
                  </a:extLst>
                </a:gridCol>
                <a:gridCol w="4213609">
                  <a:extLst>
                    <a:ext uri="{9D8B030D-6E8A-4147-A177-3AD203B41FA5}">
                      <a16:colId xmlns:a16="http://schemas.microsoft.com/office/drawing/2014/main" val="3889815235"/>
                    </a:ext>
                  </a:extLst>
                </a:gridCol>
              </a:tblGrid>
              <a:tr h="253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명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변화탐지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ANALYSIS-00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892166"/>
                  </a:ext>
                </a:extLst>
              </a:tr>
              <a:tr h="253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메뉴위치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변화탐지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480987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8B5D890-8D21-75D9-A770-947E03EBC1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193248"/>
              </p:ext>
            </p:extLst>
          </p:nvPr>
        </p:nvGraphicFramePr>
        <p:xfrm>
          <a:off x="8712200" y="507832"/>
          <a:ext cx="3479800" cy="635016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479800">
                  <a:extLst>
                    <a:ext uri="{9D8B030D-6E8A-4147-A177-3AD203B41FA5}">
                      <a16:colId xmlns:a16="http://schemas.microsoft.com/office/drawing/2014/main" val="1047178749"/>
                    </a:ext>
                  </a:extLst>
                </a:gridCol>
              </a:tblGrid>
              <a:tr h="2449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설명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(Description)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92166"/>
                  </a:ext>
                </a:extLst>
              </a:tr>
              <a:tr h="6105251"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Navigation menu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Project information panel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Project name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Observation count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 opens the observation selector</a:t>
                      </a:r>
                      <a:endParaRPr lang="en-US" altLang="ko-KR" sz="1100" b="1" dirty="0">
                        <a:solidFill>
                          <a:schemeClr val="tx1"/>
                        </a:solidFill>
                      </a:endParaRP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Data length (time-wise)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State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Observation date list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Toggle to show or not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Data type toggle (ex. PC – Point Cloud)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Point cloud size slider (only if PC)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New change detection button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Change detection history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Dates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State of the calculation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Delete/cancel button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Blink mode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Split view mode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Overlay controls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Camera back to project site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Zoom in/out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Map selector: Background maps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Terrain toggle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Toast messages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 Data shown date, shortcuts and mouse position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Map and observation data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07255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137BEF2-9931-FBE9-1CB6-D2158B5C5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5274" y="1168742"/>
            <a:ext cx="8261652" cy="5028347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0A88568-5BD4-1E44-62F9-383FDBABCBDB}"/>
              </a:ext>
            </a:extLst>
          </p:cNvPr>
          <p:cNvSpPr/>
          <p:nvPr/>
        </p:nvSpPr>
        <p:spPr>
          <a:xfrm>
            <a:off x="169483" y="1088447"/>
            <a:ext cx="8442093" cy="347638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5" name="타원 22">
            <a:extLst>
              <a:ext uri="{FF2B5EF4-FFF2-40B4-BE49-F238E27FC236}">
                <a16:creationId xmlns:a16="http://schemas.microsoft.com/office/drawing/2014/main" id="{221F1EFF-69C2-151A-BFE7-821C805E2D15}"/>
              </a:ext>
            </a:extLst>
          </p:cNvPr>
          <p:cNvSpPr/>
          <p:nvPr/>
        </p:nvSpPr>
        <p:spPr>
          <a:xfrm>
            <a:off x="4235519" y="1177416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  <p:sp>
        <p:nvSpPr>
          <p:cNvPr id="8" name="직사각형 4">
            <a:extLst>
              <a:ext uri="{FF2B5EF4-FFF2-40B4-BE49-F238E27FC236}">
                <a16:creationId xmlns:a16="http://schemas.microsoft.com/office/drawing/2014/main" id="{9B28342F-1965-91E5-4A40-6250243AD529}"/>
              </a:ext>
            </a:extLst>
          </p:cNvPr>
          <p:cNvSpPr/>
          <p:nvPr/>
        </p:nvSpPr>
        <p:spPr>
          <a:xfrm flipH="1" flipV="1">
            <a:off x="169485" y="1451221"/>
            <a:ext cx="1984165" cy="894815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9" name="타원 22">
            <a:extLst>
              <a:ext uri="{FF2B5EF4-FFF2-40B4-BE49-F238E27FC236}">
                <a16:creationId xmlns:a16="http://schemas.microsoft.com/office/drawing/2014/main" id="{39045520-FEDA-CD13-E042-34623D00E893}"/>
              </a:ext>
            </a:extLst>
          </p:cNvPr>
          <p:cNvSpPr/>
          <p:nvPr/>
        </p:nvSpPr>
        <p:spPr>
          <a:xfrm>
            <a:off x="749508" y="1847001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  <p:sp>
        <p:nvSpPr>
          <p:cNvPr id="10" name="직사각형 4">
            <a:extLst>
              <a:ext uri="{FF2B5EF4-FFF2-40B4-BE49-F238E27FC236}">
                <a16:creationId xmlns:a16="http://schemas.microsoft.com/office/drawing/2014/main" id="{397FD34A-E694-3BA3-C8BC-F4B84F0F16D6}"/>
              </a:ext>
            </a:extLst>
          </p:cNvPr>
          <p:cNvSpPr/>
          <p:nvPr/>
        </p:nvSpPr>
        <p:spPr>
          <a:xfrm>
            <a:off x="169484" y="2346038"/>
            <a:ext cx="1984165" cy="319256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11" name="타원 22">
            <a:extLst>
              <a:ext uri="{FF2B5EF4-FFF2-40B4-BE49-F238E27FC236}">
                <a16:creationId xmlns:a16="http://schemas.microsoft.com/office/drawing/2014/main" id="{26328EE9-443D-BEF7-794E-BDD8D3CA70EB}"/>
              </a:ext>
            </a:extLst>
          </p:cNvPr>
          <p:cNvSpPr/>
          <p:nvPr/>
        </p:nvSpPr>
        <p:spPr>
          <a:xfrm>
            <a:off x="1716529" y="2403426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4</a:t>
            </a:r>
            <a:endParaRPr lang="ko-KR" altLang="en-US" sz="1200" b="1" dirty="0"/>
          </a:p>
        </p:txBody>
      </p:sp>
      <p:sp>
        <p:nvSpPr>
          <p:cNvPr id="2" name="직사각형 4">
            <a:extLst>
              <a:ext uri="{FF2B5EF4-FFF2-40B4-BE49-F238E27FC236}">
                <a16:creationId xmlns:a16="http://schemas.microsoft.com/office/drawing/2014/main" id="{67EE2351-B5D7-72B7-4715-D0D3184A7EF4}"/>
              </a:ext>
            </a:extLst>
          </p:cNvPr>
          <p:cNvSpPr/>
          <p:nvPr/>
        </p:nvSpPr>
        <p:spPr>
          <a:xfrm>
            <a:off x="169483" y="2741816"/>
            <a:ext cx="1984166" cy="1052443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12" name="타원 22">
            <a:extLst>
              <a:ext uri="{FF2B5EF4-FFF2-40B4-BE49-F238E27FC236}">
                <a16:creationId xmlns:a16="http://schemas.microsoft.com/office/drawing/2014/main" id="{A7EE63BC-1FEE-DB4F-5F9C-503756920A55}"/>
              </a:ext>
            </a:extLst>
          </p:cNvPr>
          <p:cNvSpPr/>
          <p:nvPr/>
        </p:nvSpPr>
        <p:spPr>
          <a:xfrm>
            <a:off x="749508" y="3389404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5</a:t>
            </a:r>
            <a:endParaRPr lang="ko-KR" altLang="en-US" sz="1200" b="1" dirty="0"/>
          </a:p>
        </p:txBody>
      </p:sp>
      <p:sp>
        <p:nvSpPr>
          <p:cNvPr id="14" name="직사각형 4">
            <a:extLst>
              <a:ext uri="{FF2B5EF4-FFF2-40B4-BE49-F238E27FC236}">
                <a16:creationId xmlns:a16="http://schemas.microsoft.com/office/drawing/2014/main" id="{7974CFFB-2B1C-D7A5-F5D5-4BFCD5D211D7}"/>
              </a:ext>
            </a:extLst>
          </p:cNvPr>
          <p:cNvSpPr/>
          <p:nvPr/>
        </p:nvSpPr>
        <p:spPr>
          <a:xfrm>
            <a:off x="169484" y="5910760"/>
            <a:ext cx="8418904" cy="347639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16" name="직사각형 4">
            <a:extLst>
              <a:ext uri="{FF2B5EF4-FFF2-40B4-BE49-F238E27FC236}">
                <a16:creationId xmlns:a16="http://schemas.microsoft.com/office/drawing/2014/main" id="{91BB3FE1-3882-30E2-30B2-CB20D47F268E}"/>
              </a:ext>
            </a:extLst>
          </p:cNvPr>
          <p:cNvSpPr/>
          <p:nvPr/>
        </p:nvSpPr>
        <p:spPr>
          <a:xfrm>
            <a:off x="6736470" y="1648323"/>
            <a:ext cx="1652362" cy="2634919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17" name="직사각형 4">
            <a:extLst>
              <a:ext uri="{FF2B5EF4-FFF2-40B4-BE49-F238E27FC236}">
                <a16:creationId xmlns:a16="http://schemas.microsoft.com/office/drawing/2014/main" id="{B79AE9FB-6DEB-B677-EAB2-EA0A4D607EEA}"/>
              </a:ext>
            </a:extLst>
          </p:cNvPr>
          <p:cNvSpPr/>
          <p:nvPr/>
        </p:nvSpPr>
        <p:spPr>
          <a:xfrm flipH="1">
            <a:off x="2140596" y="1516380"/>
            <a:ext cx="1300435" cy="1238852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19" name="직사각형 4">
            <a:extLst>
              <a:ext uri="{FF2B5EF4-FFF2-40B4-BE49-F238E27FC236}">
                <a16:creationId xmlns:a16="http://schemas.microsoft.com/office/drawing/2014/main" id="{46617CB7-7C32-1616-024B-56967ABEA387}"/>
              </a:ext>
            </a:extLst>
          </p:cNvPr>
          <p:cNvSpPr/>
          <p:nvPr/>
        </p:nvSpPr>
        <p:spPr>
          <a:xfrm>
            <a:off x="7215636" y="1377017"/>
            <a:ext cx="1300435" cy="314088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21" name="직사각형 4">
            <a:extLst>
              <a:ext uri="{FF2B5EF4-FFF2-40B4-BE49-F238E27FC236}">
                <a16:creationId xmlns:a16="http://schemas.microsoft.com/office/drawing/2014/main" id="{B14DC62B-6603-B61C-63CA-9125ADCA79AB}"/>
              </a:ext>
            </a:extLst>
          </p:cNvPr>
          <p:cNvSpPr/>
          <p:nvPr/>
        </p:nvSpPr>
        <p:spPr>
          <a:xfrm>
            <a:off x="7399421" y="5658061"/>
            <a:ext cx="1188130" cy="271682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22" name="타원 22">
            <a:extLst>
              <a:ext uri="{FF2B5EF4-FFF2-40B4-BE49-F238E27FC236}">
                <a16:creationId xmlns:a16="http://schemas.microsoft.com/office/drawing/2014/main" id="{029E4D3A-C655-A901-7052-D8E4F9638D36}"/>
              </a:ext>
            </a:extLst>
          </p:cNvPr>
          <p:cNvSpPr/>
          <p:nvPr/>
        </p:nvSpPr>
        <p:spPr>
          <a:xfrm>
            <a:off x="3062416" y="1587720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3</a:t>
            </a:r>
            <a:endParaRPr lang="ko-KR" altLang="en-US" sz="1200" b="1" dirty="0"/>
          </a:p>
        </p:txBody>
      </p:sp>
      <p:sp>
        <p:nvSpPr>
          <p:cNvPr id="24" name="타원 22">
            <a:extLst>
              <a:ext uri="{FF2B5EF4-FFF2-40B4-BE49-F238E27FC236}">
                <a16:creationId xmlns:a16="http://schemas.microsoft.com/office/drawing/2014/main" id="{18035DF0-3226-83D2-BC39-BBF543E3F55B}"/>
              </a:ext>
            </a:extLst>
          </p:cNvPr>
          <p:cNvSpPr/>
          <p:nvPr/>
        </p:nvSpPr>
        <p:spPr>
          <a:xfrm>
            <a:off x="6830272" y="1387802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8</a:t>
            </a:r>
            <a:endParaRPr lang="ko-KR" altLang="en-US" sz="1200" b="1" dirty="0"/>
          </a:p>
        </p:txBody>
      </p:sp>
      <p:sp>
        <p:nvSpPr>
          <p:cNvPr id="25" name="타원 22">
            <a:extLst>
              <a:ext uri="{FF2B5EF4-FFF2-40B4-BE49-F238E27FC236}">
                <a16:creationId xmlns:a16="http://schemas.microsoft.com/office/drawing/2014/main" id="{47B59A54-42B6-1F09-CBE0-6F4663A59669}"/>
              </a:ext>
            </a:extLst>
          </p:cNvPr>
          <p:cNvSpPr/>
          <p:nvPr/>
        </p:nvSpPr>
        <p:spPr>
          <a:xfrm>
            <a:off x="7442070" y="2870233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9</a:t>
            </a:r>
            <a:endParaRPr lang="ko-KR" altLang="en-US" sz="1200" b="1" dirty="0"/>
          </a:p>
        </p:txBody>
      </p:sp>
      <p:sp>
        <p:nvSpPr>
          <p:cNvPr id="26" name="타원 22">
            <a:extLst>
              <a:ext uri="{FF2B5EF4-FFF2-40B4-BE49-F238E27FC236}">
                <a16:creationId xmlns:a16="http://schemas.microsoft.com/office/drawing/2014/main" id="{BDCFB10D-1A46-82A7-8053-E2140CC574BA}"/>
              </a:ext>
            </a:extLst>
          </p:cNvPr>
          <p:cNvSpPr/>
          <p:nvPr/>
        </p:nvSpPr>
        <p:spPr>
          <a:xfrm>
            <a:off x="7521343" y="3965666"/>
            <a:ext cx="510770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10</a:t>
            </a:r>
            <a:endParaRPr lang="ko-KR" altLang="en-US" sz="1200" b="1" dirty="0"/>
          </a:p>
        </p:txBody>
      </p:sp>
      <p:sp>
        <p:nvSpPr>
          <p:cNvPr id="27" name="타원 22">
            <a:extLst>
              <a:ext uri="{FF2B5EF4-FFF2-40B4-BE49-F238E27FC236}">
                <a16:creationId xmlns:a16="http://schemas.microsoft.com/office/drawing/2014/main" id="{70856C39-D70B-2620-7468-2C345BB65948}"/>
              </a:ext>
            </a:extLst>
          </p:cNvPr>
          <p:cNvSpPr/>
          <p:nvPr/>
        </p:nvSpPr>
        <p:spPr>
          <a:xfrm>
            <a:off x="4090063" y="5955928"/>
            <a:ext cx="532072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12</a:t>
            </a:r>
            <a:endParaRPr lang="ko-KR" altLang="en-US" sz="1200" b="1" dirty="0"/>
          </a:p>
        </p:txBody>
      </p:sp>
      <p:sp>
        <p:nvSpPr>
          <p:cNvPr id="13" name="타원 22">
            <a:extLst>
              <a:ext uri="{FF2B5EF4-FFF2-40B4-BE49-F238E27FC236}">
                <a16:creationId xmlns:a16="http://schemas.microsoft.com/office/drawing/2014/main" id="{C9AA1303-65F1-3E2D-35DB-4274BB5E4063}"/>
              </a:ext>
            </a:extLst>
          </p:cNvPr>
          <p:cNvSpPr/>
          <p:nvPr/>
        </p:nvSpPr>
        <p:spPr>
          <a:xfrm>
            <a:off x="7521343" y="5360402"/>
            <a:ext cx="592723" cy="27168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11</a:t>
            </a:r>
            <a:endParaRPr lang="ko-KR" altLang="en-US" sz="1200" b="1" dirty="0"/>
          </a:p>
        </p:txBody>
      </p:sp>
      <p:sp>
        <p:nvSpPr>
          <p:cNvPr id="15" name="타원 22">
            <a:extLst>
              <a:ext uri="{FF2B5EF4-FFF2-40B4-BE49-F238E27FC236}">
                <a16:creationId xmlns:a16="http://schemas.microsoft.com/office/drawing/2014/main" id="{AE91660F-114F-CE3F-6195-C9AF42E67949}"/>
              </a:ext>
            </a:extLst>
          </p:cNvPr>
          <p:cNvSpPr/>
          <p:nvPr/>
        </p:nvSpPr>
        <p:spPr>
          <a:xfrm>
            <a:off x="1117519" y="2749652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6</a:t>
            </a:r>
            <a:endParaRPr lang="ko-KR" altLang="en-US" sz="1200" b="1" dirty="0"/>
          </a:p>
        </p:txBody>
      </p:sp>
      <p:sp>
        <p:nvSpPr>
          <p:cNvPr id="28" name="타원 22">
            <a:extLst>
              <a:ext uri="{FF2B5EF4-FFF2-40B4-BE49-F238E27FC236}">
                <a16:creationId xmlns:a16="http://schemas.microsoft.com/office/drawing/2014/main" id="{911A9065-C32A-2F64-80DE-76E4FE1D5A45}"/>
              </a:ext>
            </a:extLst>
          </p:cNvPr>
          <p:cNvSpPr/>
          <p:nvPr/>
        </p:nvSpPr>
        <p:spPr>
          <a:xfrm>
            <a:off x="2047641" y="2767131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7</a:t>
            </a:r>
            <a:endParaRPr lang="ko-KR" altLang="en-US" sz="1200" b="1" dirty="0"/>
          </a:p>
        </p:txBody>
      </p:sp>
      <p:sp>
        <p:nvSpPr>
          <p:cNvPr id="29" name="타원 22">
            <a:extLst>
              <a:ext uri="{FF2B5EF4-FFF2-40B4-BE49-F238E27FC236}">
                <a16:creationId xmlns:a16="http://schemas.microsoft.com/office/drawing/2014/main" id="{58AF7B70-5627-8089-5FCF-D81608338001}"/>
              </a:ext>
            </a:extLst>
          </p:cNvPr>
          <p:cNvSpPr/>
          <p:nvPr/>
        </p:nvSpPr>
        <p:spPr>
          <a:xfrm>
            <a:off x="4356099" y="3719836"/>
            <a:ext cx="532072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13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581907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18FC6-60F7-5AF1-59BA-D2DFEBD80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3E26A57-D18D-EE92-5278-A8ECF5FA55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603422"/>
              </p:ext>
            </p:extLst>
          </p:nvPr>
        </p:nvGraphicFramePr>
        <p:xfrm>
          <a:off x="0" y="0"/>
          <a:ext cx="12192000" cy="50783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889090">
                  <a:extLst>
                    <a:ext uri="{9D8B030D-6E8A-4147-A177-3AD203B41FA5}">
                      <a16:colId xmlns:a16="http://schemas.microsoft.com/office/drawing/2014/main" val="1047178749"/>
                    </a:ext>
                  </a:extLst>
                </a:gridCol>
                <a:gridCol w="4206910">
                  <a:extLst>
                    <a:ext uri="{9D8B030D-6E8A-4147-A177-3AD203B41FA5}">
                      <a16:colId xmlns:a16="http://schemas.microsoft.com/office/drawing/2014/main" val="3155722927"/>
                    </a:ext>
                  </a:extLst>
                </a:gridCol>
                <a:gridCol w="1882391">
                  <a:extLst>
                    <a:ext uri="{9D8B030D-6E8A-4147-A177-3AD203B41FA5}">
                      <a16:colId xmlns:a16="http://schemas.microsoft.com/office/drawing/2014/main" val="3271894586"/>
                    </a:ext>
                  </a:extLst>
                </a:gridCol>
                <a:gridCol w="4213609">
                  <a:extLst>
                    <a:ext uri="{9D8B030D-6E8A-4147-A177-3AD203B41FA5}">
                      <a16:colId xmlns:a16="http://schemas.microsoft.com/office/drawing/2014/main" val="3889815235"/>
                    </a:ext>
                  </a:extLst>
                </a:gridCol>
              </a:tblGrid>
              <a:tr h="253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명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변화탐지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— A vs B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비교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설정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ANALYSIS-01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892166"/>
                  </a:ext>
                </a:extLst>
              </a:tr>
              <a:tr h="253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메뉴위치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변화탐지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새 변화탐지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&gt; A vs B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비교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480987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F6305A9-6EDF-7D6B-568C-AA53A6F06E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196555"/>
              </p:ext>
            </p:extLst>
          </p:nvPr>
        </p:nvGraphicFramePr>
        <p:xfrm>
          <a:off x="8712200" y="507832"/>
          <a:ext cx="3479800" cy="635016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479800">
                  <a:extLst>
                    <a:ext uri="{9D8B030D-6E8A-4147-A177-3AD203B41FA5}">
                      <a16:colId xmlns:a16="http://schemas.microsoft.com/office/drawing/2014/main" val="1047178749"/>
                    </a:ext>
                  </a:extLst>
                </a:gridCol>
              </a:tblGrid>
              <a:tr h="2449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설명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(Description)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92166"/>
                  </a:ext>
                </a:extLst>
              </a:tr>
              <a:tr h="6105251"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Name of the computation input (optional)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Computation type selector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A vs B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Timeseries 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Selector of comparison dates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Area drawing button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Cancel button and delete area button afterwards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Start computation 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Back to main menu button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07255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6FADA636-3EB0-C218-F9C5-49B20351C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1851" y="1168742"/>
            <a:ext cx="8248498" cy="5028347"/>
          </a:xfrm>
          <a:prstGeom prst="rect">
            <a:avLst/>
          </a:prstGeom>
        </p:spPr>
      </p:pic>
      <p:sp>
        <p:nvSpPr>
          <p:cNvPr id="8" name="직사각형 4">
            <a:extLst>
              <a:ext uri="{FF2B5EF4-FFF2-40B4-BE49-F238E27FC236}">
                <a16:creationId xmlns:a16="http://schemas.microsoft.com/office/drawing/2014/main" id="{F437BF99-0558-CB9F-032E-931388CD169B}"/>
              </a:ext>
            </a:extLst>
          </p:cNvPr>
          <p:cNvSpPr/>
          <p:nvPr/>
        </p:nvSpPr>
        <p:spPr>
          <a:xfrm flipH="1" flipV="1">
            <a:off x="231845" y="3032776"/>
            <a:ext cx="1921802" cy="396222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10" name="직사각형 4">
            <a:extLst>
              <a:ext uri="{FF2B5EF4-FFF2-40B4-BE49-F238E27FC236}">
                <a16:creationId xmlns:a16="http://schemas.microsoft.com/office/drawing/2014/main" id="{F5C56F9E-9B38-F07D-08FC-CAFE60F61AB9}"/>
              </a:ext>
            </a:extLst>
          </p:cNvPr>
          <p:cNvSpPr/>
          <p:nvPr/>
        </p:nvSpPr>
        <p:spPr>
          <a:xfrm>
            <a:off x="231849" y="3429000"/>
            <a:ext cx="1921800" cy="646136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9" name="타원 22">
            <a:extLst>
              <a:ext uri="{FF2B5EF4-FFF2-40B4-BE49-F238E27FC236}">
                <a16:creationId xmlns:a16="http://schemas.microsoft.com/office/drawing/2014/main" id="{C118FDE0-3AD2-3B83-2345-E3AAE5CFE3D5}"/>
              </a:ext>
            </a:extLst>
          </p:cNvPr>
          <p:cNvSpPr/>
          <p:nvPr/>
        </p:nvSpPr>
        <p:spPr>
          <a:xfrm>
            <a:off x="1634431" y="3104670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  <p:sp>
        <p:nvSpPr>
          <p:cNvPr id="2" name="직사각형 4">
            <a:extLst>
              <a:ext uri="{FF2B5EF4-FFF2-40B4-BE49-F238E27FC236}">
                <a16:creationId xmlns:a16="http://schemas.microsoft.com/office/drawing/2014/main" id="{D68421FA-3B70-F458-8561-1209B4788AD2}"/>
              </a:ext>
            </a:extLst>
          </p:cNvPr>
          <p:cNvSpPr/>
          <p:nvPr/>
        </p:nvSpPr>
        <p:spPr>
          <a:xfrm>
            <a:off x="231849" y="4184243"/>
            <a:ext cx="1921800" cy="496042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11" name="타원 22">
            <a:extLst>
              <a:ext uri="{FF2B5EF4-FFF2-40B4-BE49-F238E27FC236}">
                <a16:creationId xmlns:a16="http://schemas.microsoft.com/office/drawing/2014/main" id="{CC39E9F8-6528-3D0F-C276-117AB5986785}"/>
              </a:ext>
            </a:extLst>
          </p:cNvPr>
          <p:cNvSpPr/>
          <p:nvPr/>
        </p:nvSpPr>
        <p:spPr>
          <a:xfrm>
            <a:off x="1791906" y="4357309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4</a:t>
            </a:r>
            <a:endParaRPr lang="ko-KR" altLang="en-US" sz="1200" b="1" dirty="0"/>
          </a:p>
        </p:txBody>
      </p:sp>
      <p:sp>
        <p:nvSpPr>
          <p:cNvPr id="17" name="직사각형 4">
            <a:extLst>
              <a:ext uri="{FF2B5EF4-FFF2-40B4-BE49-F238E27FC236}">
                <a16:creationId xmlns:a16="http://schemas.microsoft.com/office/drawing/2014/main" id="{702026F7-CF26-B7B3-9378-EEF97C03D623}"/>
              </a:ext>
            </a:extLst>
          </p:cNvPr>
          <p:cNvSpPr/>
          <p:nvPr/>
        </p:nvSpPr>
        <p:spPr>
          <a:xfrm flipH="1">
            <a:off x="231850" y="4789391"/>
            <a:ext cx="1921798" cy="396220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12" name="타원 22">
            <a:extLst>
              <a:ext uri="{FF2B5EF4-FFF2-40B4-BE49-F238E27FC236}">
                <a16:creationId xmlns:a16="http://schemas.microsoft.com/office/drawing/2014/main" id="{700E022F-FA2C-22C4-6C69-6981A0010D32}"/>
              </a:ext>
            </a:extLst>
          </p:cNvPr>
          <p:cNvSpPr/>
          <p:nvPr/>
        </p:nvSpPr>
        <p:spPr>
          <a:xfrm>
            <a:off x="1791907" y="4866920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5</a:t>
            </a:r>
            <a:endParaRPr lang="ko-KR" altLang="en-US" sz="1200" b="1" dirty="0"/>
          </a:p>
        </p:txBody>
      </p:sp>
      <p:sp>
        <p:nvSpPr>
          <p:cNvPr id="22" name="타원 22">
            <a:extLst>
              <a:ext uri="{FF2B5EF4-FFF2-40B4-BE49-F238E27FC236}">
                <a16:creationId xmlns:a16="http://schemas.microsoft.com/office/drawing/2014/main" id="{47182888-52D5-EF6B-0B79-361F85A2AD03}"/>
              </a:ext>
            </a:extLst>
          </p:cNvPr>
          <p:cNvSpPr/>
          <p:nvPr/>
        </p:nvSpPr>
        <p:spPr>
          <a:xfrm>
            <a:off x="1634430" y="3682915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3</a:t>
            </a:r>
            <a:endParaRPr lang="ko-KR" altLang="en-US" sz="1200" b="1" dirty="0"/>
          </a:p>
        </p:txBody>
      </p:sp>
      <p:sp>
        <p:nvSpPr>
          <p:cNvPr id="15" name="직사각형 4">
            <a:extLst>
              <a:ext uri="{FF2B5EF4-FFF2-40B4-BE49-F238E27FC236}">
                <a16:creationId xmlns:a16="http://schemas.microsoft.com/office/drawing/2014/main" id="{873025B6-AB26-BD85-C639-4FD98B954895}"/>
              </a:ext>
            </a:extLst>
          </p:cNvPr>
          <p:cNvSpPr/>
          <p:nvPr/>
        </p:nvSpPr>
        <p:spPr>
          <a:xfrm flipH="1" flipV="1">
            <a:off x="231845" y="2310062"/>
            <a:ext cx="694587" cy="252663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18" name="직사각형 4">
            <a:extLst>
              <a:ext uri="{FF2B5EF4-FFF2-40B4-BE49-F238E27FC236}">
                <a16:creationId xmlns:a16="http://schemas.microsoft.com/office/drawing/2014/main" id="{71928FE5-7572-C5C8-18DE-03AB26D53E07}"/>
              </a:ext>
            </a:extLst>
          </p:cNvPr>
          <p:cNvSpPr/>
          <p:nvPr/>
        </p:nvSpPr>
        <p:spPr>
          <a:xfrm flipH="1" flipV="1">
            <a:off x="231845" y="2581491"/>
            <a:ext cx="1921802" cy="396222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20" name="타원 22">
            <a:extLst>
              <a:ext uri="{FF2B5EF4-FFF2-40B4-BE49-F238E27FC236}">
                <a16:creationId xmlns:a16="http://schemas.microsoft.com/office/drawing/2014/main" id="{0489054F-D40F-7842-DDA3-B24B16D4DC53}"/>
              </a:ext>
            </a:extLst>
          </p:cNvPr>
          <p:cNvSpPr/>
          <p:nvPr/>
        </p:nvSpPr>
        <p:spPr>
          <a:xfrm>
            <a:off x="1634429" y="2654876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5D5CAC1-31FF-BDE3-E66A-80065DDBE26D}"/>
              </a:ext>
            </a:extLst>
          </p:cNvPr>
          <p:cNvSpPr/>
          <p:nvPr/>
        </p:nvSpPr>
        <p:spPr>
          <a:xfrm>
            <a:off x="951585" y="2310062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6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177594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8017D-E550-3AAC-2D80-34649F999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668149C-D385-FE09-0440-CB1115A718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064770"/>
              </p:ext>
            </p:extLst>
          </p:nvPr>
        </p:nvGraphicFramePr>
        <p:xfrm>
          <a:off x="0" y="0"/>
          <a:ext cx="12192000" cy="50783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889090">
                  <a:extLst>
                    <a:ext uri="{9D8B030D-6E8A-4147-A177-3AD203B41FA5}">
                      <a16:colId xmlns:a16="http://schemas.microsoft.com/office/drawing/2014/main" val="1047178749"/>
                    </a:ext>
                  </a:extLst>
                </a:gridCol>
                <a:gridCol w="4206910">
                  <a:extLst>
                    <a:ext uri="{9D8B030D-6E8A-4147-A177-3AD203B41FA5}">
                      <a16:colId xmlns:a16="http://schemas.microsoft.com/office/drawing/2014/main" val="3155722927"/>
                    </a:ext>
                  </a:extLst>
                </a:gridCol>
                <a:gridCol w="1882391">
                  <a:extLst>
                    <a:ext uri="{9D8B030D-6E8A-4147-A177-3AD203B41FA5}">
                      <a16:colId xmlns:a16="http://schemas.microsoft.com/office/drawing/2014/main" val="3271894586"/>
                    </a:ext>
                  </a:extLst>
                </a:gridCol>
                <a:gridCol w="4213609">
                  <a:extLst>
                    <a:ext uri="{9D8B030D-6E8A-4147-A177-3AD203B41FA5}">
                      <a16:colId xmlns:a16="http://schemas.microsoft.com/office/drawing/2014/main" val="3889815235"/>
                    </a:ext>
                  </a:extLst>
                </a:gridCol>
              </a:tblGrid>
              <a:tr h="253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명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변화탐지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—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시계열 변화탐지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설정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ANALYSIS-02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892166"/>
                  </a:ext>
                </a:extLst>
              </a:tr>
              <a:tr h="253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메뉴위치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변화탐지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새 변화탐지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시계열 변화탐지 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480987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3218FE8-23E8-C39B-48A3-797991EEC7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714173"/>
              </p:ext>
            </p:extLst>
          </p:nvPr>
        </p:nvGraphicFramePr>
        <p:xfrm>
          <a:off x="8712200" y="507832"/>
          <a:ext cx="3479800" cy="635016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479800">
                  <a:extLst>
                    <a:ext uri="{9D8B030D-6E8A-4147-A177-3AD203B41FA5}">
                      <a16:colId xmlns:a16="http://schemas.microsoft.com/office/drawing/2014/main" val="1047178749"/>
                    </a:ext>
                  </a:extLst>
                </a:gridCol>
              </a:tblGrid>
              <a:tr h="2449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설명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(Description)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92166"/>
                  </a:ext>
                </a:extLst>
              </a:tr>
              <a:tr h="6105251"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Name of the computation input (optional)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Computation type selector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A vs B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Timeseries 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Start computation 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Back to main menu button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07255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7951F1C-FB95-235D-8C4E-25E6D2FBD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1851" y="1179404"/>
            <a:ext cx="8248498" cy="5007022"/>
          </a:xfrm>
          <a:prstGeom prst="rect">
            <a:avLst/>
          </a:prstGeom>
        </p:spPr>
      </p:pic>
      <p:sp>
        <p:nvSpPr>
          <p:cNvPr id="8" name="직사각형 4">
            <a:extLst>
              <a:ext uri="{FF2B5EF4-FFF2-40B4-BE49-F238E27FC236}">
                <a16:creationId xmlns:a16="http://schemas.microsoft.com/office/drawing/2014/main" id="{7C0B501D-A5E1-AE8B-2854-E58A7C808AAA}"/>
              </a:ext>
            </a:extLst>
          </p:cNvPr>
          <p:cNvSpPr/>
          <p:nvPr/>
        </p:nvSpPr>
        <p:spPr>
          <a:xfrm flipH="1" flipV="1">
            <a:off x="231845" y="3032776"/>
            <a:ext cx="1921802" cy="396222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10" name="직사각형 4">
            <a:extLst>
              <a:ext uri="{FF2B5EF4-FFF2-40B4-BE49-F238E27FC236}">
                <a16:creationId xmlns:a16="http://schemas.microsoft.com/office/drawing/2014/main" id="{4907D4D5-C351-E0AA-04E0-9077D891EE29}"/>
              </a:ext>
            </a:extLst>
          </p:cNvPr>
          <p:cNvSpPr/>
          <p:nvPr/>
        </p:nvSpPr>
        <p:spPr>
          <a:xfrm>
            <a:off x="231849" y="3429000"/>
            <a:ext cx="1921800" cy="451288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9" name="타원 22">
            <a:extLst>
              <a:ext uri="{FF2B5EF4-FFF2-40B4-BE49-F238E27FC236}">
                <a16:creationId xmlns:a16="http://schemas.microsoft.com/office/drawing/2014/main" id="{F4685B5F-D16C-9F64-3204-ECB24A7D1D5A}"/>
              </a:ext>
            </a:extLst>
          </p:cNvPr>
          <p:cNvSpPr/>
          <p:nvPr/>
        </p:nvSpPr>
        <p:spPr>
          <a:xfrm>
            <a:off x="1634431" y="3104670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  <p:sp>
        <p:nvSpPr>
          <p:cNvPr id="22" name="타원 22">
            <a:extLst>
              <a:ext uri="{FF2B5EF4-FFF2-40B4-BE49-F238E27FC236}">
                <a16:creationId xmlns:a16="http://schemas.microsoft.com/office/drawing/2014/main" id="{CEA525B0-C301-8090-2EC3-F35A7496B82B}"/>
              </a:ext>
            </a:extLst>
          </p:cNvPr>
          <p:cNvSpPr/>
          <p:nvPr/>
        </p:nvSpPr>
        <p:spPr>
          <a:xfrm>
            <a:off x="1671325" y="3537329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3</a:t>
            </a:r>
            <a:endParaRPr lang="ko-KR" altLang="en-US" sz="1200" b="1" dirty="0"/>
          </a:p>
        </p:txBody>
      </p:sp>
      <p:sp>
        <p:nvSpPr>
          <p:cNvPr id="15" name="직사각형 4">
            <a:extLst>
              <a:ext uri="{FF2B5EF4-FFF2-40B4-BE49-F238E27FC236}">
                <a16:creationId xmlns:a16="http://schemas.microsoft.com/office/drawing/2014/main" id="{D53C6E27-D198-C400-7659-828276A359EF}"/>
              </a:ext>
            </a:extLst>
          </p:cNvPr>
          <p:cNvSpPr/>
          <p:nvPr/>
        </p:nvSpPr>
        <p:spPr>
          <a:xfrm flipH="1" flipV="1">
            <a:off x="231845" y="2310062"/>
            <a:ext cx="694587" cy="252663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18" name="직사각형 4">
            <a:extLst>
              <a:ext uri="{FF2B5EF4-FFF2-40B4-BE49-F238E27FC236}">
                <a16:creationId xmlns:a16="http://schemas.microsoft.com/office/drawing/2014/main" id="{9CA8D0E1-DA8F-6A0F-236A-FD44F331A895}"/>
              </a:ext>
            </a:extLst>
          </p:cNvPr>
          <p:cNvSpPr/>
          <p:nvPr/>
        </p:nvSpPr>
        <p:spPr>
          <a:xfrm flipH="1" flipV="1">
            <a:off x="231845" y="2581491"/>
            <a:ext cx="1921802" cy="396222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20" name="타원 22">
            <a:extLst>
              <a:ext uri="{FF2B5EF4-FFF2-40B4-BE49-F238E27FC236}">
                <a16:creationId xmlns:a16="http://schemas.microsoft.com/office/drawing/2014/main" id="{C6CBD453-1B49-3CCD-C753-547DD8699CAA}"/>
              </a:ext>
            </a:extLst>
          </p:cNvPr>
          <p:cNvSpPr/>
          <p:nvPr/>
        </p:nvSpPr>
        <p:spPr>
          <a:xfrm>
            <a:off x="1634429" y="2654876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0F947BC-0A4F-8400-5494-37EEF55463FF}"/>
              </a:ext>
            </a:extLst>
          </p:cNvPr>
          <p:cNvSpPr/>
          <p:nvPr/>
        </p:nvSpPr>
        <p:spPr>
          <a:xfrm>
            <a:off x="951585" y="2310062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4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692852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59873-2274-9AF0-25F2-43F8108E3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1DC03E-7ACC-FA07-8051-A521CC88F6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274006"/>
              </p:ext>
            </p:extLst>
          </p:nvPr>
        </p:nvGraphicFramePr>
        <p:xfrm>
          <a:off x="0" y="0"/>
          <a:ext cx="12192000" cy="50783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889090">
                  <a:extLst>
                    <a:ext uri="{9D8B030D-6E8A-4147-A177-3AD203B41FA5}">
                      <a16:colId xmlns:a16="http://schemas.microsoft.com/office/drawing/2014/main" val="1047178749"/>
                    </a:ext>
                  </a:extLst>
                </a:gridCol>
                <a:gridCol w="4206910">
                  <a:extLst>
                    <a:ext uri="{9D8B030D-6E8A-4147-A177-3AD203B41FA5}">
                      <a16:colId xmlns:a16="http://schemas.microsoft.com/office/drawing/2014/main" val="3155722927"/>
                    </a:ext>
                  </a:extLst>
                </a:gridCol>
                <a:gridCol w="1882391">
                  <a:extLst>
                    <a:ext uri="{9D8B030D-6E8A-4147-A177-3AD203B41FA5}">
                      <a16:colId xmlns:a16="http://schemas.microsoft.com/office/drawing/2014/main" val="3271894586"/>
                    </a:ext>
                  </a:extLst>
                </a:gridCol>
                <a:gridCol w="4213609">
                  <a:extLst>
                    <a:ext uri="{9D8B030D-6E8A-4147-A177-3AD203B41FA5}">
                      <a16:colId xmlns:a16="http://schemas.microsoft.com/office/drawing/2014/main" val="3889815235"/>
                    </a:ext>
                  </a:extLst>
                </a:gridCol>
              </a:tblGrid>
              <a:tr h="253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명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변화탐지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— A vs B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비교 결과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ANALYSIS-03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892166"/>
                  </a:ext>
                </a:extLst>
              </a:tr>
              <a:tr h="253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메뉴위치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변화탐지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변화탐지 기록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&gt; A vs B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비교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480987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EB0D12B-B348-A038-69D0-B17ADF32DB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269535"/>
              </p:ext>
            </p:extLst>
          </p:nvPr>
        </p:nvGraphicFramePr>
        <p:xfrm>
          <a:off x="8712200" y="507832"/>
          <a:ext cx="3479800" cy="635016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479800">
                  <a:extLst>
                    <a:ext uri="{9D8B030D-6E8A-4147-A177-3AD203B41FA5}">
                      <a16:colId xmlns:a16="http://schemas.microsoft.com/office/drawing/2014/main" val="1047178749"/>
                    </a:ext>
                  </a:extLst>
                </a:gridCol>
              </a:tblGrid>
              <a:tr h="2449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설명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(Description)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92166"/>
                  </a:ext>
                </a:extLst>
              </a:tr>
              <a:tr h="6105251"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Toggle of computations history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Toggle of visibility 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Added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Removed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Unchanged 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Results panel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Volume, voxel number, total results, estimated voxel size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3D Tiles voxels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07255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96D231A3-C454-E500-40B5-05838C1CFB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784" y="1179404"/>
            <a:ext cx="8224631" cy="5007022"/>
          </a:xfrm>
          <a:prstGeom prst="rect">
            <a:avLst/>
          </a:prstGeom>
        </p:spPr>
      </p:pic>
      <p:sp>
        <p:nvSpPr>
          <p:cNvPr id="8" name="직사각형 4">
            <a:extLst>
              <a:ext uri="{FF2B5EF4-FFF2-40B4-BE49-F238E27FC236}">
                <a16:creationId xmlns:a16="http://schemas.microsoft.com/office/drawing/2014/main" id="{BE681585-8834-0B2B-D2BD-B596A8FC2DE4}"/>
              </a:ext>
            </a:extLst>
          </p:cNvPr>
          <p:cNvSpPr/>
          <p:nvPr/>
        </p:nvSpPr>
        <p:spPr>
          <a:xfrm flipH="1" flipV="1">
            <a:off x="6826493" y="2581489"/>
            <a:ext cx="1688618" cy="902367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10" name="직사각형 4">
            <a:extLst>
              <a:ext uri="{FF2B5EF4-FFF2-40B4-BE49-F238E27FC236}">
                <a16:creationId xmlns:a16="http://schemas.microsoft.com/office/drawing/2014/main" id="{1EE7E5DB-E5A9-99C9-4161-F08C287A004F}"/>
              </a:ext>
            </a:extLst>
          </p:cNvPr>
          <p:cNvSpPr/>
          <p:nvPr/>
        </p:nvSpPr>
        <p:spPr>
          <a:xfrm>
            <a:off x="6882062" y="1660357"/>
            <a:ext cx="1633049" cy="902367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9" name="타원 22">
            <a:extLst>
              <a:ext uri="{FF2B5EF4-FFF2-40B4-BE49-F238E27FC236}">
                <a16:creationId xmlns:a16="http://schemas.microsoft.com/office/drawing/2014/main" id="{92AAA1EC-8570-1B19-391D-0D5E18130FB6}"/>
              </a:ext>
            </a:extLst>
          </p:cNvPr>
          <p:cNvSpPr/>
          <p:nvPr/>
        </p:nvSpPr>
        <p:spPr>
          <a:xfrm>
            <a:off x="7801812" y="1990959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  <p:sp>
        <p:nvSpPr>
          <p:cNvPr id="22" name="타원 22">
            <a:extLst>
              <a:ext uri="{FF2B5EF4-FFF2-40B4-BE49-F238E27FC236}">
                <a16:creationId xmlns:a16="http://schemas.microsoft.com/office/drawing/2014/main" id="{78498B0B-43B5-1247-1A12-45FD9D6AAD95}"/>
              </a:ext>
            </a:extLst>
          </p:cNvPr>
          <p:cNvSpPr/>
          <p:nvPr/>
        </p:nvSpPr>
        <p:spPr>
          <a:xfrm>
            <a:off x="7550221" y="2977713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3</a:t>
            </a:r>
            <a:endParaRPr lang="ko-KR" altLang="en-US" sz="1200" b="1" dirty="0"/>
          </a:p>
        </p:txBody>
      </p:sp>
      <p:sp>
        <p:nvSpPr>
          <p:cNvPr id="18" name="직사각형 4">
            <a:extLst>
              <a:ext uri="{FF2B5EF4-FFF2-40B4-BE49-F238E27FC236}">
                <a16:creationId xmlns:a16="http://schemas.microsoft.com/office/drawing/2014/main" id="{CAACB942-421C-0235-EAD1-C6D61B80C34C}"/>
              </a:ext>
            </a:extLst>
          </p:cNvPr>
          <p:cNvSpPr/>
          <p:nvPr/>
        </p:nvSpPr>
        <p:spPr>
          <a:xfrm flipH="1" flipV="1">
            <a:off x="231845" y="2791015"/>
            <a:ext cx="1921802" cy="902367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20" name="타원 22">
            <a:extLst>
              <a:ext uri="{FF2B5EF4-FFF2-40B4-BE49-F238E27FC236}">
                <a16:creationId xmlns:a16="http://schemas.microsoft.com/office/drawing/2014/main" id="{207C70B9-8C77-044B-5260-5CE1415C19E6}"/>
              </a:ext>
            </a:extLst>
          </p:cNvPr>
          <p:cNvSpPr/>
          <p:nvPr/>
        </p:nvSpPr>
        <p:spPr>
          <a:xfrm>
            <a:off x="1670523" y="3801091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  <p:sp>
        <p:nvSpPr>
          <p:cNvPr id="2" name="타원 22">
            <a:extLst>
              <a:ext uri="{FF2B5EF4-FFF2-40B4-BE49-F238E27FC236}">
                <a16:creationId xmlns:a16="http://schemas.microsoft.com/office/drawing/2014/main" id="{95F84B48-16E1-4E64-6E51-096F28B4170F}"/>
              </a:ext>
            </a:extLst>
          </p:cNvPr>
          <p:cNvSpPr/>
          <p:nvPr/>
        </p:nvSpPr>
        <p:spPr>
          <a:xfrm>
            <a:off x="4369489" y="3562335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4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080427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89523-AB81-FCE3-8A9A-CE9CAA57E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6C5A19D-C5D5-A884-D1A7-F6F651AECF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444088"/>
              </p:ext>
            </p:extLst>
          </p:nvPr>
        </p:nvGraphicFramePr>
        <p:xfrm>
          <a:off x="0" y="0"/>
          <a:ext cx="12192000" cy="50783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889090">
                  <a:extLst>
                    <a:ext uri="{9D8B030D-6E8A-4147-A177-3AD203B41FA5}">
                      <a16:colId xmlns:a16="http://schemas.microsoft.com/office/drawing/2014/main" val="1047178749"/>
                    </a:ext>
                  </a:extLst>
                </a:gridCol>
                <a:gridCol w="4206910">
                  <a:extLst>
                    <a:ext uri="{9D8B030D-6E8A-4147-A177-3AD203B41FA5}">
                      <a16:colId xmlns:a16="http://schemas.microsoft.com/office/drawing/2014/main" val="3155722927"/>
                    </a:ext>
                  </a:extLst>
                </a:gridCol>
                <a:gridCol w="1882391">
                  <a:extLst>
                    <a:ext uri="{9D8B030D-6E8A-4147-A177-3AD203B41FA5}">
                      <a16:colId xmlns:a16="http://schemas.microsoft.com/office/drawing/2014/main" val="3271894586"/>
                    </a:ext>
                  </a:extLst>
                </a:gridCol>
                <a:gridCol w="4213609">
                  <a:extLst>
                    <a:ext uri="{9D8B030D-6E8A-4147-A177-3AD203B41FA5}">
                      <a16:colId xmlns:a16="http://schemas.microsoft.com/office/drawing/2014/main" val="3889815235"/>
                    </a:ext>
                  </a:extLst>
                </a:gridCol>
              </a:tblGrid>
              <a:tr h="253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명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변화탐지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—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시계열 변화탐지 결과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ANALYSIS-04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892166"/>
                  </a:ext>
                </a:extLst>
              </a:tr>
              <a:tr h="253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메뉴위치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변화탐지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변화탐지 기록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시계열 변화탐지 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480987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2FF7C74-B118-B1E0-BCD4-2A5A22374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593583"/>
              </p:ext>
            </p:extLst>
          </p:nvPr>
        </p:nvGraphicFramePr>
        <p:xfrm>
          <a:off x="8712200" y="507832"/>
          <a:ext cx="3479800" cy="635016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479800">
                  <a:extLst>
                    <a:ext uri="{9D8B030D-6E8A-4147-A177-3AD203B41FA5}">
                      <a16:colId xmlns:a16="http://schemas.microsoft.com/office/drawing/2014/main" val="1047178749"/>
                    </a:ext>
                  </a:extLst>
                </a:gridCol>
              </a:tblGrid>
              <a:tr h="2449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설명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(Description)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92166"/>
                  </a:ext>
                </a:extLst>
              </a:tr>
              <a:tr h="6105251"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Toggle of computations history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Time-series mini chart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Added/removed bar per snapshot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Results panel (selected period)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Volume, voxel number, total results, estimated voxel size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Toggle of visibility 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Added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Removed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Unchanged 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Playback controls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Previous/next, play/pause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Timeline scrubber bar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Select period clicking, playback controls and timeline counter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3D Tiles voxels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07255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65FC68A0-AFA7-91A6-5FC0-91A0727D45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784" y="1180008"/>
            <a:ext cx="8224631" cy="5005814"/>
          </a:xfrm>
          <a:prstGeom prst="rect">
            <a:avLst/>
          </a:prstGeom>
        </p:spPr>
      </p:pic>
      <p:sp>
        <p:nvSpPr>
          <p:cNvPr id="8" name="직사각형 4">
            <a:extLst>
              <a:ext uri="{FF2B5EF4-FFF2-40B4-BE49-F238E27FC236}">
                <a16:creationId xmlns:a16="http://schemas.microsoft.com/office/drawing/2014/main" id="{5CAC6E44-7D93-CA9D-D5E3-8314BE8116C0}"/>
              </a:ext>
            </a:extLst>
          </p:cNvPr>
          <p:cNvSpPr/>
          <p:nvPr/>
        </p:nvSpPr>
        <p:spPr>
          <a:xfrm flipH="1" flipV="1">
            <a:off x="6882060" y="2562721"/>
            <a:ext cx="1633049" cy="921134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10" name="직사각형 4">
            <a:extLst>
              <a:ext uri="{FF2B5EF4-FFF2-40B4-BE49-F238E27FC236}">
                <a16:creationId xmlns:a16="http://schemas.microsoft.com/office/drawing/2014/main" id="{59253694-17B7-44FD-8FAC-98B5910114BE}"/>
              </a:ext>
            </a:extLst>
          </p:cNvPr>
          <p:cNvSpPr/>
          <p:nvPr/>
        </p:nvSpPr>
        <p:spPr>
          <a:xfrm>
            <a:off x="6882062" y="1660358"/>
            <a:ext cx="1633049" cy="656150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9" name="타원 22">
            <a:extLst>
              <a:ext uri="{FF2B5EF4-FFF2-40B4-BE49-F238E27FC236}">
                <a16:creationId xmlns:a16="http://schemas.microsoft.com/office/drawing/2014/main" id="{C2010323-8DAE-6899-C6EC-F35950738128}"/>
              </a:ext>
            </a:extLst>
          </p:cNvPr>
          <p:cNvSpPr/>
          <p:nvPr/>
        </p:nvSpPr>
        <p:spPr>
          <a:xfrm>
            <a:off x="7762502" y="1534099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  <p:sp>
        <p:nvSpPr>
          <p:cNvPr id="22" name="타원 22">
            <a:extLst>
              <a:ext uri="{FF2B5EF4-FFF2-40B4-BE49-F238E27FC236}">
                <a16:creationId xmlns:a16="http://schemas.microsoft.com/office/drawing/2014/main" id="{FF979786-1C0C-361D-82D9-C19BB0AB1B0C}"/>
              </a:ext>
            </a:extLst>
          </p:cNvPr>
          <p:cNvSpPr/>
          <p:nvPr/>
        </p:nvSpPr>
        <p:spPr>
          <a:xfrm>
            <a:off x="7550221" y="2977713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3</a:t>
            </a:r>
            <a:endParaRPr lang="ko-KR" altLang="en-US" sz="1200" b="1" dirty="0"/>
          </a:p>
        </p:txBody>
      </p:sp>
      <p:sp>
        <p:nvSpPr>
          <p:cNvPr id="18" name="직사각형 4">
            <a:extLst>
              <a:ext uri="{FF2B5EF4-FFF2-40B4-BE49-F238E27FC236}">
                <a16:creationId xmlns:a16="http://schemas.microsoft.com/office/drawing/2014/main" id="{B20630DE-CAA5-27DB-EACC-114E08D539A2}"/>
              </a:ext>
            </a:extLst>
          </p:cNvPr>
          <p:cNvSpPr/>
          <p:nvPr/>
        </p:nvSpPr>
        <p:spPr>
          <a:xfrm flipH="1" flipV="1">
            <a:off x="231845" y="2791015"/>
            <a:ext cx="1921802" cy="902367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20" name="타원 22">
            <a:extLst>
              <a:ext uri="{FF2B5EF4-FFF2-40B4-BE49-F238E27FC236}">
                <a16:creationId xmlns:a16="http://schemas.microsoft.com/office/drawing/2014/main" id="{C797E4F8-88E4-5447-C86F-73B6A232C936}"/>
              </a:ext>
            </a:extLst>
          </p:cNvPr>
          <p:cNvSpPr/>
          <p:nvPr/>
        </p:nvSpPr>
        <p:spPr>
          <a:xfrm>
            <a:off x="1670523" y="3801091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  <p:sp>
        <p:nvSpPr>
          <p:cNvPr id="2" name="타원 22">
            <a:extLst>
              <a:ext uri="{FF2B5EF4-FFF2-40B4-BE49-F238E27FC236}">
                <a16:creationId xmlns:a16="http://schemas.microsoft.com/office/drawing/2014/main" id="{BECB88B8-67E6-F0E7-EC03-D5EE49B0C8A8}"/>
              </a:ext>
            </a:extLst>
          </p:cNvPr>
          <p:cNvSpPr/>
          <p:nvPr/>
        </p:nvSpPr>
        <p:spPr>
          <a:xfrm>
            <a:off x="4369489" y="3562335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7</a:t>
            </a:r>
            <a:endParaRPr lang="ko-KR" altLang="en-US" sz="1200" b="1" dirty="0"/>
          </a:p>
        </p:txBody>
      </p:sp>
      <p:sp>
        <p:nvSpPr>
          <p:cNvPr id="4" name="직사각형 4">
            <a:extLst>
              <a:ext uri="{FF2B5EF4-FFF2-40B4-BE49-F238E27FC236}">
                <a16:creationId xmlns:a16="http://schemas.microsoft.com/office/drawing/2014/main" id="{96F3F2BD-43A6-3111-6EAF-8D774F59C970}"/>
              </a:ext>
            </a:extLst>
          </p:cNvPr>
          <p:cNvSpPr/>
          <p:nvPr/>
        </p:nvSpPr>
        <p:spPr>
          <a:xfrm flipH="1" flipV="1">
            <a:off x="6882058" y="3633866"/>
            <a:ext cx="1633049" cy="1040495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7FA371B-412B-C79B-EA4E-E91C0B5DF6E7}"/>
              </a:ext>
            </a:extLst>
          </p:cNvPr>
          <p:cNvSpPr/>
          <p:nvPr/>
        </p:nvSpPr>
        <p:spPr>
          <a:xfrm flipH="1" flipV="1">
            <a:off x="6882056" y="4770365"/>
            <a:ext cx="1633049" cy="520247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11" name="직사각형 4">
            <a:extLst>
              <a:ext uri="{FF2B5EF4-FFF2-40B4-BE49-F238E27FC236}">
                <a16:creationId xmlns:a16="http://schemas.microsoft.com/office/drawing/2014/main" id="{5790B582-BB16-15BE-61D1-D57C9782CCB3}"/>
              </a:ext>
            </a:extLst>
          </p:cNvPr>
          <p:cNvSpPr/>
          <p:nvPr/>
        </p:nvSpPr>
        <p:spPr>
          <a:xfrm flipH="1" flipV="1">
            <a:off x="2153646" y="5456316"/>
            <a:ext cx="4824668" cy="520247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12" name="타원 22">
            <a:extLst>
              <a:ext uri="{FF2B5EF4-FFF2-40B4-BE49-F238E27FC236}">
                <a16:creationId xmlns:a16="http://schemas.microsoft.com/office/drawing/2014/main" id="{9E0B49A9-19B9-2E96-47D3-85A38A663CD3}"/>
              </a:ext>
            </a:extLst>
          </p:cNvPr>
          <p:cNvSpPr/>
          <p:nvPr/>
        </p:nvSpPr>
        <p:spPr>
          <a:xfrm>
            <a:off x="7791382" y="4098189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4</a:t>
            </a:r>
            <a:endParaRPr lang="ko-KR" altLang="en-US" sz="1200" b="1" dirty="0"/>
          </a:p>
        </p:txBody>
      </p:sp>
      <p:sp>
        <p:nvSpPr>
          <p:cNvPr id="13" name="타원 22">
            <a:extLst>
              <a:ext uri="{FF2B5EF4-FFF2-40B4-BE49-F238E27FC236}">
                <a16:creationId xmlns:a16="http://schemas.microsoft.com/office/drawing/2014/main" id="{1CC155B9-8773-8A8A-14AF-055B695EFD05}"/>
              </a:ext>
            </a:extLst>
          </p:cNvPr>
          <p:cNvSpPr/>
          <p:nvPr/>
        </p:nvSpPr>
        <p:spPr>
          <a:xfrm>
            <a:off x="8123866" y="5170031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5</a:t>
            </a:r>
            <a:endParaRPr lang="ko-KR" altLang="en-US" sz="1200" b="1" dirty="0"/>
          </a:p>
        </p:txBody>
      </p:sp>
      <p:sp>
        <p:nvSpPr>
          <p:cNvPr id="14" name="타원 22">
            <a:extLst>
              <a:ext uri="{FF2B5EF4-FFF2-40B4-BE49-F238E27FC236}">
                <a16:creationId xmlns:a16="http://schemas.microsoft.com/office/drawing/2014/main" id="{0F76DFB1-A8C8-D1EE-E10F-259897DB4F44}"/>
              </a:ext>
            </a:extLst>
          </p:cNvPr>
          <p:cNvSpPr/>
          <p:nvPr/>
        </p:nvSpPr>
        <p:spPr>
          <a:xfrm>
            <a:off x="4369489" y="5595858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6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994186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5654F-C06D-2F29-848B-D36A7040D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D1384E8-2009-ACB4-87F2-E5D60A838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181455"/>
              </p:ext>
            </p:extLst>
          </p:nvPr>
        </p:nvGraphicFramePr>
        <p:xfrm>
          <a:off x="0" y="0"/>
          <a:ext cx="12192000" cy="50783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889090">
                  <a:extLst>
                    <a:ext uri="{9D8B030D-6E8A-4147-A177-3AD203B41FA5}">
                      <a16:colId xmlns:a16="http://schemas.microsoft.com/office/drawing/2014/main" val="1047178749"/>
                    </a:ext>
                  </a:extLst>
                </a:gridCol>
                <a:gridCol w="4206910">
                  <a:extLst>
                    <a:ext uri="{9D8B030D-6E8A-4147-A177-3AD203B41FA5}">
                      <a16:colId xmlns:a16="http://schemas.microsoft.com/office/drawing/2014/main" val="3155722927"/>
                    </a:ext>
                  </a:extLst>
                </a:gridCol>
                <a:gridCol w="1882391">
                  <a:extLst>
                    <a:ext uri="{9D8B030D-6E8A-4147-A177-3AD203B41FA5}">
                      <a16:colId xmlns:a16="http://schemas.microsoft.com/office/drawing/2014/main" val="3271894586"/>
                    </a:ext>
                  </a:extLst>
                </a:gridCol>
                <a:gridCol w="4213609">
                  <a:extLst>
                    <a:ext uri="{9D8B030D-6E8A-4147-A177-3AD203B41FA5}">
                      <a16:colId xmlns:a16="http://schemas.microsoft.com/office/drawing/2014/main" val="3889815235"/>
                    </a:ext>
                  </a:extLst>
                </a:gridCol>
              </a:tblGrid>
              <a:tr h="253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명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변화탐지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—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분할 화면 비교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ANALYSIS-01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892166"/>
                  </a:ext>
                </a:extLst>
              </a:tr>
              <a:tr h="253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메뉴위치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변화탐지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비교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480987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DD5FA5A-1593-FA81-FD08-E1E063C82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744745"/>
              </p:ext>
            </p:extLst>
          </p:nvPr>
        </p:nvGraphicFramePr>
        <p:xfrm>
          <a:off x="8712200" y="507832"/>
          <a:ext cx="3479800" cy="635016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479800">
                  <a:extLst>
                    <a:ext uri="{9D8B030D-6E8A-4147-A177-3AD203B41FA5}">
                      <a16:colId xmlns:a16="http://schemas.microsoft.com/office/drawing/2014/main" val="1047178749"/>
                    </a:ext>
                  </a:extLst>
                </a:gridCol>
              </a:tblGrid>
              <a:tr h="2449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화면 설명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(Description)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92166"/>
                  </a:ext>
                </a:extLst>
              </a:tr>
              <a:tr h="6105251"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Split mode view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A-half right panel (timeseries example)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Timeline bar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Timeline chart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Results panel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Visibility toggles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B-half right panel (A vs B example)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Visibility toggles</a:t>
                      </a:r>
                    </a:p>
                    <a:p>
                      <a:pPr marL="685800" lvl="1" indent="-2286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Results panel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07255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16A8E1D0-3232-8E11-50E1-E1890E376F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2264" y="1180008"/>
            <a:ext cx="8167671" cy="5005814"/>
          </a:xfrm>
          <a:prstGeom prst="rect">
            <a:avLst/>
          </a:prstGeom>
        </p:spPr>
      </p:pic>
      <p:sp>
        <p:nvSpPr>
          <p:cNvPr id="10" name="직사각형 4">
            <a:extLst>
              <a:ext uri="{FF2B5EF4-FFF2-40B4-BE49-F238E27FC236}">
                <a16:creationId xmlns:a16="http://schemas.microsoft.com/office/drawing/2014/main" id="{97F3FA53-C928-0060-33EE-EA0A1D29BCE0}"/>
              </a:ext>
            </a:extLst>
          </p:cNvPr>
          <p:cNvSpPr/>
          <p:nvPr/>
        </p:nvSpPr>
        <p:spPr>
          <a:xfrm>
            <a:off x="6882062" y="1446808"/>
            <a:ext cx="1633049" cy="2187058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9" name="타원 22">
            <a:extLst>
              <a:ext uri="{FF2B5EF4-FFF2-40B4-BE49-F238E27FC236}">
                <a16:creationId xmlns:a16="http://schemas.microsoft.com/office/drawing/2014/main" id="{3359FFC6-8EAF-BF9B-1C00-A7D333EAFE10}"/>
              </a:ext>
            </a:extLst>
          </p:cNvPr>
          <p:cNvSpPr/>
          <p:nvPr/>
        </p:nvSpPr>
        <p:spPr>
          <a:xfrm>
            <a:off x="6609795" y="2397937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  <p:sp>
        <p:nvSpPr>
          <p:cNvPr id="18" name="직사각형 4">
            <a:extLst>
              <a:ext uri="{FF2B5EF4-FFF2-40B4-BE49-F238E27FC236}">
                <a16:creationId xmlns:a16="http://schemas.microsoft.com/office/drawing/2014/main" id="{43C5DD69-A311-9754-B010-3CB4D1CF3A54}"/>
              </a:ext>
            </a:extLst>
          </p:cNvPr>
          <p:cNvSpPr/>
          <p:nvPr/>
        </p:nvSpPr>
        <p:spPr>
          <a:xfrm flipH="1" flipV="1">
            <a:off x="1670522" y="2736552"/>
            <a:ext cx="483122" cy="241161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20" name="타원 22">
            <a:extLst>
              <a:ext uri="{FF2B5EF4-FFF2-40B4-BE49-F238E27FC236}">
                <a16:creationId xmlns:a16="http://schemas.microsoft.com/office/drawing/2014/main" id="{4DD006E6-4B98-870A-89F0-C54B1F6ACC16}"/>
              </a:ext>
            </a:extLst>
          </p:cNvPr>
          <p:cNvSpPr/>
          <p:nvPr/>
        </p:nvSpPr>
        <p:spPr>
          <a:xfrm>
            <a:off x="1791502" y="2442140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  <p:sp>
        <p:nvSpPr>
          <p:cNvPr id="2" name="타원 22">
            <a:extLst>
              <a:ext uri="{FF2B5EF4-FFF2-40B4-BE49-F238E27FC236}">
                <a16:creationId xmlns:a16="http://schemas.microsoft.com/office/drawing/2014/main" id="{A7231CFE-9A07-F024-71F3-858270F9D955}"/>
              </a:ext>
            </a:extLst>
          </p:cNvPr>
          <p:cNvSpPr/>
          <p:nvPr/>
        </p:nvSpPr>
        <p:spPr>
          <a:xfrm>
            <a:off x="6609792" y="4805213"/>
            <a:ext cx="241161" cy="2411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3</a:t>
            </a:r>
            <a:endParaRPr lang="ko-KR" altLang="en-US" sz="1200" b="1" dirty="0"/>
          </a:p>
        </p:txBody>
      </p:sp>
      <p:sp>
        <p:nvSpPr>
          <p:cNvPr id="4" name="직사각형 4">
            <a:extLst>
              <a:ext uri="{FF2B5EF4-FFF2-40B4-BE49-F238E27FC236}">
                <a16:creationId xmlns:a16="http://schemas.microsoft.com/office/drawing/2014/main" id="{951C33F4-4A3B-7176-1BBC-733FDF06B94E}"/>
              </a:ext>
            </a:extLst>
          </p:cNvPr>
          <p:cNvSpPr/>
          <p:nvPr/>
        </p:nvSpPr>
        <p:spPr>
          <a:xfrm flipH="1" flipV="1">
            <a:off x="6882057" y="3633865"/>
            <a:ext cx="1633049" cy="2342697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18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1905</TotalTime>
  <Words>738</Words>
  <Application>Microsoft Office PowerPoint</Application>
  <PresentationFormat>Widescreen</PresentationFormat>
  <Paragraphs>244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Wingdings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김진호(Jinho Kim)</dc:creator>
  <cp:lastModifiedBy>Carvajal Librado Mireia</cp:lastModifiedBy>
  <cp:revision>4</cp:revision>
  <dcterms:created xsi:type="dcterms:W3CDTF">2026-05-29T02:02:08Z</dcterms:created>
  <dcterms:modified xsi:type="dcterms:W3CDTF">2026-07-01T06:36:08Z</dcterms:modified>
</cp:coreProperties>
</file>